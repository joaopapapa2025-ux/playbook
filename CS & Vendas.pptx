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62" r:id="rId3"/>
    <p:sldId id="296" r:id="rId4"/>
    <p:sldId id="268" r:id="rId5"/>
    <p:sldId id="269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271" r:id="rId14"/>
    <p:sldId id="273" r:id="rId15"/>
    <p:sldId id="274" r:id="rId16"/>
    <p:sldId id="270" r:id="rId17"/>
    <p:sldId id="305" r:id="rId18"/>
    <p:sldId id="304" r:id="rId19"/>
    <p:sldId id="307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svg"/><Relationship Id="rId1" Type="http://schemas.openxmlformats.org/officeDocument/2006/relationships/image" Target="../media/image11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svg"/><Relationship Id="rId1" Type="http://schemas.openxmlformats.org/officeDocument/2006/relationships/image" Target="../media/image11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E78B58-DBD7-40E0-9533-9C39CC4337F4}" type="doc">
      <dgm:prSet loTypeId="urn:microsoft.com/office/officeart/2005/8/layout/vList2" loCatId="list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D9C31C0-AE59-445F-9F67-F96C174518E3}">
      <dgm:prSet/>
      <dgm:spPr/>
      <dgm:t>
        <a:bodyPr/>
        <a:lstStyle/>
        <a:p>
          <a:r>
            <a:rPr lang="pt-BR"/>
            <a:t>B2C: CPF</a:t>
          </a:r>
          <a:endParaRPr lang="en-US"/>
        </a:p>
      </dgm:t>
    </dgm:pt>
    <dgm:pt modelId="{F485C028-CF26-42A9-9E3F-82DA8CA605CE}" type="parTrans" cxnId="{1B2D9136-2938-4F85-BC99-D4D7DBC5E793}">
      <dgm:prSet/>
      <dgm:spPr/>
      <dgm:t>
        <a:bodyPr/>
        <a:lstStyle/>
        <a:p>
          <a:endParaRPr lang="en-US"/>
        </a:p>
      </dgm:t>
    </dgm:pt>
    <dgm:pt modelId="{5D26F2EE-E6FD-4B7A-AB7B-6FA84E95C03A}" type="sibTrans" cxnId="{1B2D9136-2938-4F85-BC99-D4D7DBC5E793}">
      <dgm:prSet/>
      <dgm:spPr/>
      <dgm:t>
        <a:bodyPr/>
        <a:lstStyle/>
        <a:p>
          <a:endParaRPr lang="en-US"/>
        </a:p>
      </dgm:t>
    </dgm:pt>
    <dgm:pt modelId="{A9B35E17-77BF-4664-B172-DA97F9458D92}">
      <dgm:prSet/>
      <dgm:spPr/>
      <dgm:t>
        <a:bodyPr/>
        <a:lstStyle/>
        <a:p>
          <a:r>
            <a:rPr lang="pt-BR"/>
            <a:t>B2B: CNPJ</a:t>
          </a:r>
          <a:endParaRPr lang="en-US"/>
        </a:p>
      </dgm:t>
    </dgm:pt>
    <dgm:pt modelId="{3E95CA35-0D7D-419B-9674-86ABEBDBD781}" type="parTrans" cxnId="{FD05D6B0-3E83-4788-BBDA-1083CBE47797}">
      <dgm:prSet/>
      <dgm:spPr/>
      <dgm:t>
        <a:bodyPr/>
        <a:lstStyle/>
        <a:p>
          <a:endParaRPr lang="en-US"/>
        </a:p>
      </dgm:t>
    </dgm:pt>
    <dgm:pt modelId="{FD2BF036-E94B-47B2-9B31-E8350B759191}" type="sibTrans" cxnId="{FD05D6B0-3E83-4788-BBDA-1083CBE47797}">
      <dgm:prSet/>
      <dgm:spPr/>
      <dgm:t>
        <a:bodyPr/>
        <a:lstStyle/>
        <a:p>
          <a:endParaRPr lang="en-US"/>
        </a:p>
      </dgm:t>
    </dgm:pt>
    <dgm:pt modelId="{C2CEBF2F-A3CC-46D4-8654-5F09899B1DE5}">
      <dgm:prSet/>
      <dgm:spPr/>
      <dgm:t>
        <a:bodyPr/>
        <a:lstStyle/>
        <a:p>
          <a:r>
            <a:rPr lang="pt-BR"/>
            <a:t>B2B2C: CNPJ &gt; CPF</a:t>
          </a:r>
          <a:endParaRPr lang="en-US"/>
        </a:p>
      </dgm:t>
    </dgm:pt>
    <dgm:pt modelId="{9D7BA3E9-99E6-4298-A725-43214FB556C2}" type="parTrans" cxnId="{34C07E8E-01D6-4350-AA55-25C90ED78E3A}">
      <dgm:prSet/>
      <dgm:spPr/>
      <dgm:t>
        <a:bodyPr/>
        <a:lstStyle/>
        <a:p>
          <a:endParaRPr lang="en-US"/>
        </a:p>
      </dgm:t>
    </dgm:pt>
    <dgm:pt modelId="{CE01316B-3318-4B08-9A49-F679B3EFEBA7}" type="sibTrans" cxnId="{34C07E8E-01D6-4350-AA55-25C90ED78E3A}">
      <dgm:prSet/>
      <dgm:spPr/>
      <dgm:t>
        <a:bodyPr/>
        <a:lstStyle/>
        <a:p>
          <a:endParaRPr lang="en-US"/>
        </a:p>
      </dgm:t>
    </dgm:pt>
    <dgm:pt modelId="{05EFE748-A193-4E16-A6CC-1E299D0FB345}">
      <dgm:prSet/>
      <dgm:spPr/>
      <dgm:t>
        <a:bodyPr/>
        <a:lstStyle/>
        <a:p>
          <a:r>
            <a:rPr lang="pt-BR"/>
            <a:t>B2B2B: CNPJ &gt; CNPJ</a:t>
          </a:r>
          <a:endParaRPr lang="en-US"/>
        </a:p>
      </dgm:t>
    </dgm:pt>
    <dgm:pt modelId="{6690EA98-66A7-4CA7-9787-8B17090B9F17}" type="parTrans" cxnId="{DE33155B-36D7-424C-9AB6-6EB78CD19E24}">
      <dgm:prSet/>
      <dgm:spPr/>
      <dgm:t>
        <a:bodyPr/>
        <a:lstStyle/>
        <a:p>
          <a:endParaRPr lang="en-US"/>
        </a:p>
      </dgm:t>
    </dgm:pt>
    <dgm:pt modelId="{0777E700-1F7A-46CD-B8FF-DA76D4EE7155}" type="sibTrans" cxnId="{DE33155B-36D7-424C-9AB6-6EB78CD19E24}">
      <dgm:prSet/>
      <dgm:spPr/>
      <dgm:t>
        <a:bodyPr/>
        <a:lstStyle/>
        <a:p>
          <a:endParaRPr lang="en-US"/>
        </a:p>
      </dgm:t>
    </dgm:pt>
    <dgm:pt modelId="{D52B4179-1D79-437E-BF67-FE7BEC85620F}" type="pres">
      <dgm:prSet presAssocID="{0BE78B58-DBD7-40E0-9533-9C39CC4337F4}" presName="linear" presStyleCnt="0">
        <dgm:presLayoutVars>
          <dgm:animLvl val="lvl"/>
          <dgm:resizeHandles val="exact"/>
        </dgm:presLayoutVars>
      </dgm:prSet>
      <dgm:spPr/>
    </dgm:pt>
    <dgm:pt modelId="{C8281A2E-48B9-4EB1-A1B7-61CADB6FBB22}" type="pres">
      <dgm:prSet presAssocID="{FD9C31C0-AE59-445F-9F67-F96C174518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DE3951-51DC-4BA5-83C1-3113E7B3B69B}" type="pres">
      <dgm:prSet presAssocID="{5D26F2EE-E6FD-4B7A-AB7B-6FA84E95C03A}" presName="spacer" presStyleCnt="0"/>
      <dgm:spPr/>
    </dgm:pt>
    <dgm:pt modelId="{4A6FBBF9-E07E-46FF-AD5D-7D82032F4366}" type="pres">
      <dgm:prSet presAssocID="{A9B35E17-77BF-4664-B172-DA97F9458D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C61F58-71DE-4BB9-BB10-D46126945341}" type="pres">
      <dgm:prSet presAssocID="{FD2BF036-E94B-47B2-9B31-E8350B759191}" presName="spacer" presStyleCnt="0"/>
      <dgm:spPr/>
    </dgm:pt>
    <dgm:pt modelId="{1E19D8B7-4807-43FF-A962-1A8A7A36E3D6}" type="pres">
      <dgm:prSet presAssocID="{C2CEBF2F-A3CC-46D4-8654-5F09899B1D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FAD7D1-F79D-4F40-A21A-6B5C07A6FD6C}" type="pres">
      <dgm:prSet presAssocID="{CE01316B-3318-4B08-9A49-F679B3EFEBA7}" presName="spacer" presStyleCnt="0"/>
      <dgm:spPr/>
    </dgm:pt>
    <dgm:pt modelId="{A01579B9-018F-4E13-87B7-BC4BDC2AA836}" type="pres">
      <dgm:prSet presAssocID="{05EFE748-A193-4E16-A6CC-1E299D0FB3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67A806-BC1A-4BA7-B18A-B8CF63919FE0}" type="presOf" srcId="{FD9C31C0-AE59-445F-9F67-F96C174518E3}" destId="{C8281A2E-48B9-4EB1-A1B7-61CADB6FBB22}" srcOrd="0" destOrd="0" presId="urn:microsoft.com/office/officeart/2005/8/layout/vList2"/>
    <dgm:cxn modelId="{9E9A7215-051C-4BA5-9DE3-DE545C8CC819}" type="presOf" srcId="{05EFE748-A193-4E16-A6CC-1E299D0FB345}" destId="{A01579B9-018F-4E13-87B7-BC4BDC2AA836}" srcOrd="0" destOrd="0" presId="urn:microsoft.com/office/officeart/2005/8/layout/vList2"/>
    <dgm:cxn modelId="{1B2D9136-2938-4F85-BC99-D4D7DBC5E793}" srcId="{0BE78B58-DBD7-40E0-9533-9C39CC4337F4}" destId="{FD9C31C0-AE59-445F-9F67-F96C174518E3}" srcOrd="0" destOrd="0" parTransId="{F485C028-CF26-42A9-9E3F-82DA8CA605CE}" sibTransId="{5D26F2EE-E6FD-4B7A-AB7B-6FA84E95C03A}"/>
    <dgm:cxn modelId="{DE33155B-36D7-424C-9AB6-6EB78CD19E24}" srcId="{0BE78B58-DBD7-40E0-9533-9C39CC4337F4}" destId="{05EFE748-A193-4E16-A6CC-1E299D0FB345}" srcOrd="3" destOrd="0" parTransId="{6690EA98-66A7-4CA7-9787-8B17090B9F17}" sibTransId="{0777E700-1F7A-46CD-B8FF-DA76D4EE7155}"/>
    <dgm:cxn modelId="{83E50664-EA0A-483D-8F49-1B7F3AA296D6}" type="presOf" srcId="{A9B35E17-77BF-4664-B172-DA97F9458D92}" destId="{4A6FBBF9-E07E-46FF-AD5D-7D82032F4366}" srcOrd="0" destOrd="0" presId="urn:microsoft.com/office/officeart/2005/8/layout/vList2"/>
    <dgm:cxn modelId="{8EE5B588-0975-4001-982C-76CED1F9897A}" type="presOf" srcId="{C2CEBF2F-A3CC-46D4-8654-5F09899B1DE5}" destId="{1E19D8B7-4807-43FF-A962-1A8A7A36E3D6}" srcOrd="0" destOrd="0" presId="urn:microsoft.com/office/officeart/2005/8/layout/vList2"/>
    <dgm:cxn modelId="{34C07E8E-01D6-4350-AA55-25C90ED78E3A}" srcId="{0BE78B58-DBD7-40E0-9533-9C39CC4337F4}" destId="{C2CEBF2F-A3CC-46D4-8654-5F09899B1DE5}" srcOrd="2" destOrd="0" parTransId="{9D7BA3E9-99E6-4298-A725-43214FB556C2}" sibTransId="{CE01316B-3318-4B08-9A49-F679B3EFEBA7}"/>
    <dgm:cxn modelId="{FD05D6B0-3E83-4788-BBDA-1083CBE47797}" srcId="{0BE78B58-DBD7-40E0-9533-9C39CC4337F4}" destId="{A9B35E17-77BF-4664-B172-DA97F9458D92}" srcOrd="1" destOrd="0" parTransId="{3E95CA35-0D7D-419B-9674-86ABEBDBD781}" sibTransId="{FD2BF036-E94B-47B2-9B31-E8350B759191}"/>
    <dgm:cxn modelId="{D6EC9BF8-AC53-47EE-A7E3-E3B5092C64EC}" type="presOf" srcId="{0BE78B58-DBD7-40E0-9533-9C39CC4337F4}" destId="{D52B4179-1D79-437E-BF67-FE7BEC85620F}" srcOrd="0" destOrd="0" presId="urn:microsoft.com/office/officeart/2005/8/layout/vList2"/>
    <dgm:cxn modelId="{05840860-EE84-483B-B0BD-4F2857A5E0D9}" type="presParOf" srcId="{D52B4179-1D79-437E-BF67-FE7BEC85620F}" destId="{C8281A2E-48B9-4EB1-A1B7-61CADB6FBB22}" srcOrd="0" destOrd="0" presId="urn:microsoft.com/office/officeart/2005/8/layout/vList2"/>
    <dgm:cxn modelId="{6F69D931-B2B5-4DE5-ADD2-AB665469E494}" type="presParOf" srcId="{D52B4179-1D79-437E-BF67-FE7BEC85620F}" destId="{D0DE3951-51DC-4BA5-83C1-3113E7B3B69B}" srcOrd="1" destOrd="0" presId="urn:microsoft.com/office/officeart/2005/8/layout/vList2"/>
    <dgm:cxn modelId="{3E838247-D28F-4F8F-B7D5-329522F2AB94}" type="presParOf" srcId="{D52B4179-1D79-437E-BF67-FE7BEC85620F}" destId="{4A6FBBF9-E07E-46FF-AD5D-7D82032F4366}" srcOrd="2" destOrd="0" presId="urn:microsoft.com/office/officeart/2005/8/layout/vList2"/>
    <dgm:cxn modelId="{AB29D815-F0AE-428A-B4C5-9DE70CC58503}" type="presParOf" srcId="{D52B4179-1D79-437E-BF67-FE7BEC85620F}" destId="{00C61F58-71DE-4BB9-BB10-D46126945341}" srcOrd="3" destOrd="0" presId="urn:microsoft.com/office/officeart/2005/8/layout/vList2"/>
    <dgm:cxn modelId="{BC8B6A2E-2AE0-4978-99AA-573D68610D3D}" type="presParOf" srcId="{D52B4179-1D79-437E-BF67-FE7BEC85620F}" destId="{1E19D8B7-4807-43FF-A962-1A8A7A36E3D6}" srcOrd="4" destOrd="0" presId="urn:microsoft.com/office/officeart/2005/8/layout/vList2"/>
    <dgm:cxn modelId="{B08DE794-5BBF-4E2B-B11A-83D666312720}" type="presParOf" srcId="{D52B4179-1D79-437E-BF67-FE7BEC85620F}" destId="{2CFAD7D1-F79D-4F40-A21A-6B5C07A6FD6C}" srcOrd="5" destOrd="0" presId="urn:microsoft.com/office/officeart/2005/8/layout/vList2"/>
    <dgm:cxn modelId="{2068921C-4B1F-4F14-B905-4747C8370CA1}" type="presParOf" srcId="{D52B4179-1D79-437E-BF67-FE7BEC85620F}" destId="{A01579B9-018F-4E13-87B7-BC4BDC2AA8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E78B58-DBD7-40E0-9533-9C39CC4337F4}" type="doc">
      <dgm:prSet loTypeId="urn:microsoft.com/office/officeart/2005/8/layout/vList2" loCatId="list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9B35E17-77BF-4664-B172-DA97F9458D92}">
      <dgm:prSet/>
      <dgm:spPr/>
      <dgm:t>
        <a:bodyPr/>
        <a:lstStyle/>
        <a:p>
          <a:r>
            <a:rPr lang="pt-BR" dirty="0" err="1"/>
            <a:t>Churn</a:t>
          </a:r>
          <a:endParaRPr lang="en-US" dirty="0"/>
        </a:p>
      </dgm:t>
    </dgm:pt>
    <dgm:pt modelId="{3E95CA35-0D7D-419B-9674-86ABEBDBD781}" type="parTrans" cxnId="{FD05D6B0-3E83-4788-BBDA-1083CBE47797}">
      <dgm:prSet/>
      <dgm:spPr/>
      <dgm:t>
        <a:bodyPr/>
        <a:lstStyle/>
        <a:p>
          <a:endParaRPr lang="en-US"/>
        </a:p>
      </dgm:t>
    </dgm:pt>
    <dgm:pt modelId="{FD2BF036-E94B-47B2-9B31-E8350B759191}" type="sibTrans" cxnId="{FD05D6B0-3E83-4788-BBDA-1083CBE47797}">
      <dgm:prSet/>
      <dgm:spPr/>
      <dgm:t>
        <a:bodyPr/>
        <a:lstStyle/>
        <a:p>
          <a:endParaRPr lang="en-US"/>
        </a:p>
      </dgm:t>
    </dgm:pt>
    <dgm:pt modelId="{C2CEBF2F-A3CC-46D4-8654-5F09899B1DE5}">
      <dgm:prSet/>
      <dgm:spPr/>
      <dgm:t>
        <a:bodyPr/>
        <a:lstStyle/>
        <a:p>
          <a:r>
            <a:rPr lang="pt-BR" dirty="0"/>
            <a:t>LTV</a:t>
          </a:r>
          <a:endParaRPr lang="en-US" dirty="0"/>
        </a:p>
      </dgm:t>
    </dgm:pt>
    <dgm:pt modelId="{9D7BA3E9-99E6-4298-A725-43214FB556C2}" type="parTrans" cxnId="{34C07E8E-01D6-4350-AA55-25C90ED78E3A}">
      <dgm:prSet/>
      <dgm:spPr/>
      <dgm:t>
        <a:bodyPr/>
        <a:lstStyle/>
        <a:p>
          <a:endParaRPr lang="en-US"/>
        </a:p>
      </dgm:t>
    </dgm:pt>
    <dgm:pt modelId="{CE01316B-3318-4B08-9A49-F679B3EFEBA7}" type="sibTrans" cxnId="{34C07E8E-01D6-4350-AA55-25C90ED78E3A}">
      <dgm:prSet/>
      <dgm:spPr/>
      <dgm:t>
        <a:bodyPr/>
        <a:lstStyle/>
        <a:p>
          <a:endParaRPr lang="en-US"/>
        </a:p>
      </dgm:t>
    </dgm:pt>
    <dgm:pt modelId="{05EFE748-A193-4E16-A6CC-1E299D0FB345}">
      <dgm:prSet/>
      <dgm:spPr/>
      <dgm:t>
        <a:bodyPr/>
        <a:lstStyle/>
        <a:p>
          <a:r>
            <a:rPr lang="en-US" dirty="0"/>
            <a:t>MRR</a:t>
          </a:r>
        </a:p>
      </dgm:t>
    </dgm:pt>
    <dgm:pt modelId="{6690EA98-66A7-4CA7-9787-8B17090B9F17}" type="parTrans" cxnId="{DE33155B-36D7-424C-9AB6-6EB78CD19E24}">
      <dgm:prSet/>
      <dgm:spPr/>
      <dgm:t>
        <a:bodyPr/>
        <a:lstStyle/>
        <a:p>
          <a:endParaRPr lang="en-US"/>
        </a:p>
      </dgm:t>
    </dgm:pt>
    <dgm:pt modelId="{0777E700-1F7A-46CD-B8FF-DA76D4EE7155}" type="sibTrans" cxnId="{DE33155B-36D7-424C-9AB6-6EB78CD19E24}">
      <dgm:prSet/>
      <dgm:spPr/>
      <dgm:t>
        <a:bodyPr/>
        <a:lstStyle/>
        <a:p>
          <a:endParaRPr lang="en-US"/>
        </a:p>
      </dgm:t>
    </dgm:pt>
    <dgm:pt modelId="{4EC2C2A5-3D49-4FD8-9C4D-6E74676135AE}">
      <dgm:prSet/>
      <dgm:spPr/>
      <dgm:t>
        <a:bodyPr/>
        <a:lstStyle/>
        <a:p>
          <a:r>
            <a:rPr lang="pt-BR" dirty="0"/>
            <a:t>SaaS</a:t>
          </a:r>
        </a:p>
      </dgm:t>
    </dgm:pt>
    <dgm:pt modelId="{8D3DA3C5-4F86-4ECB-9409-FD7B10ECDB63}" type="parTrans" cxnId="{F6545850-78F5-4CBB-A61E-7304AC822790}">
      <dgm:prSet/>
      <dgm:spPr/>
      <dgm:t>
        <a:bodyPr/>
        <a:lstStyle/>
        <a:p>
          <a:endParaRPr lang="pt-BR"/>
        </a:p>
      </dgm:t>
    </dgm:pt>
    <dgm:pt modelId="{F3608AEE-3DB4-4E07-BE5A-33243DDC27A1}" type="sibTrans" cxnId="{F6545850-78F5-4CBB-A61E-7304AC822790}">
      <dgm:prSet/>
      <dgm:spPr/>
      <dgm:t>
        <a:bodyPr/>
        <a:lstStyle/>
        <a:p>
          <a:endParaRPr lang="pt-BR"/>
        </a:p>
      </dgm:t>
    </dgm:pt>
    <dgm:pt modelId="{FD9C31C0-AE59-445F-9F67-F96C174518E3}">
      <dgm:prSet/>
      <dgm:spPr/>
      <dgm:t>
        <a:bodyPr/>
        <a:lstStyle/>
        <a:p>
          <a:r>
            <a:rPr lang="en-US" dirty="0"/>
            <a:t>CAC</a:t>
          </a:r>
        </a:p>
      </dgm:t>
    </dgm:pt>
    <dgm:pt modelId="{5D26F2EE-E6FD-4B7A-AB7B-6FA84E95C03A}" type="sibTrans" cxnId="{1B2D9136-2938-4F85-BC99-D4D7DBC5E793}">
      <dgm:prSet/>
      <dgm:spPr/>
      <dgm:t>
        <a:bodyPr/>
        <a:lstStyle/>
        <a:p>
          <a:endParaRPr lang="en-US"/>
        </a:p>
      </dgm:t>
    </dgm:pt>
    <dgm:pt modelId="{F485C028-CF26-42A9-9E3F-82DA8CA605CE}" type="parTrans" cxnId="{1B2D9136-2938-4F85-BC99-D4D7DBC5E793}">
      <dgm:prSet/>
      <dgm:spPr/>
      <dgm:t>
        <a:bodyPr/>
        <a:lstStyle/>
        <a:p>
          <a:endParaRPr lang="en-US"/>
        </a:p>
      </dgm:t>
    </dgm:pt>
    <dgm:pt modelId="{D52B4179-1D79-437E-BF67-FE7BEC85620F}" type="pres">
      <dgm:prSet presAssocID="{0BE78B58-DBD7-40E0-9533-9C39CC4337F4}" presName="linear" presStyleCnt="0">
        <dgm:presLayoutVars>
          <dgm:animLvl val="lvl"/>
          <dgm:resizeHandles val="exact"/>
        </dgm:presLayoutVars>
      </dgm:prSet>
      <dgm:spPr/>
    </dgm:pt>
    <dgm:pt modelId="{C8281A2E-48B9-4EB1-A1B7-61CADB6FBB22}" type="pres">
      <dgm:prSet presAssocID="{FD9C31C0-AE59-445F-9F67-F96C174518E3}" presName="parentText" presStyleLbl="node1" presStyleIdx="0" presStyleCnt="5" custLinFactNeighborX="-50663" custLinFactNeighborY="25664">
        <dgm:presLayoutVars>
          <dgm:chMax val="0"/>
          <dgm:bulletEnabled val="1"/>
        </dgm:presLayoutVars>
      </dgm:prSet>
      <dgm:spPr/>
    </dgm:pt>
    <dgm:pt modelId="{D0DE3951-51DC-4BA5-83C1-3113E7B3B69B}" type="pres">
      <dgm:prSet presAssocID="{5D26F2EE-E6FD-4B7A-AB7B-6FA84E95C03A}" presName="spacer" presStyleCnt="0"/>
      <dgm:spPr/>
    </dgm:pt>
    <dgm:pt modelId="{7359EE12-3B1D-475D-B4B6-A11233FACC4A}" type="pres">
      <dgm:prSet presAssocID="{4EC2C2A5-3D49-4FD8-9C4D-6E74676135A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85FCBE3-12AE-4F6E-83C2-32EB9C1E4ACF}" type="pres">
      <dgm:prSet presAssocID="{F3608AEE-3DB4-4E07-BE5A-33243DDC27A1}" presName="spacer" presStyleCnt="0"/>
      <dgm:spPr/>
    </dgm:pt>
    <dgm:pt modelId="{4A6FBBF9-E07E-46FF-AD5D-7D82032F4366}" type="pres">
      <dgm:prSet presAssocID="{A9B35E17-77BF-4664-B172-DA97F9458D92}" presName="parentText" presStyleLbl="node1" presStyleIdx="2" presStyleCnt="5" custLinFactNeighborX="-22281" custLinFactNeighborY="-9922">
        <dgm:presLayoutVars>
          <dgm:chMax val="0"/>
          <dgm:bulletEnabled val="1"/>
        </dgm:presLayoutVars>
      </dgm:prSet>
      <dgm:spPr/>
    </dgm:pt>
    <dgm:pt modelId="{00C61F58-71DE-4BB9-BB10-D46126945341}" type="pres">
      <dgm:prSet presAssocID="{FD2BF036-E94B-47B2-9B31-E8350B759191}" presName="spacer" presStyleCnt="0"/>
      <dgm:spPr/>
    </dgm:pt>
    <dgm:pt modelId="{1E19D8B7-4807-43FF-A962-1A8A7A36E3D6}" type="pres">
      <dgm:prSet presAssocID="{C2CEBF2F-A3CC-46D4-8654-5F09899B1D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FAD7D1-F79D-4F40-A21A-6B5C07A6FD6C}" type="pres">
      <dgm:prSet presAssocID="{CE01316B-3318-4B08-9A49-F679B3EFEBA7}" presName="spacer" presStyleCnt="0"/>
      <dgm:spPr/>
    </dgm:pt>
    <dgm:pt modelId="{A01579B9-018F-4E13-87B7-BC4BDC2AA836}" type="pres">
      <dgm:prSet presAssocID="{05EFE748-A193-4E16-A6CC-1E299D0FB345}" presName="parentText" presStyleLbl="node1" presStyleIdx="4" presStyleCnt="5" custLinFactNeighborX="-60743">
        <dgm:presLayoutVars>
          <dgm:chMax val="0"/>
          <dgm:bulletEnabled val="1"/>
        </dgm:presLayoutVars>
      </dgm:prSet>
      <dgm:spPr/>
    </dgm:pt>
  </dgm:ptLst>
  <dgm:cxnLst>
    <dgm:cxn modelId="{1767A806-BC1A-4BA7-B18A-B8CF63919FE0}" type="presOf" srcId="{FD9C31C0-AE59-445F-9F67-F96C174518E3}" destId="{C8281A2E-48B9-4EB1-A1B7-61CADB6FBB22}" srcOrd="0" destOrd="0" presId="urn:microsoft.com/office/officeart/2005/8/layout/vList2"/>
    <dgm:cxn modelId="{9E9A7215-051C-4BA5-9DE3-DE545C8CC819}" type="presOf" srcId="{05EFE748-A193-4E16-A6CC-1E299D0FB345}" destId="{A01579B9-018F-4E13-87B7-BC4BDC2AA836}" srcOrd="0" destOrd="0" presId="urn:microsoft.com/office/officeart/2005/8/layout/vList2"/>
    <dgm:cxn modelId="{1B2D9136-2938-4F85-BC99-D4D7DBC5E793}" srcId="{0BE78B58-DBD7-40E0-9533-9C39CC4337F4}" destId="{FD9C31C0-AE59-445F-9F67-F96C174518E3}" srcOrd="0" destOrd="0" parTransId="{F485C028-CF26-42A9-9E3F-82DA8CA605CE}" sibTransId="{5D26F2EE-E6FD-4B7A-AB7B-6FA84E95C03A}"/>
    <dgm:cxn modelId="{DE33155B-36D7-424C-9AB6-6EB78CD19E24}" srcId="{0BE78B58-DBD7-40E0-9533-9C39CC4337F4}" destId="{05EFE748-A193-4E16-A6CC-1E299D0FB345}" srcOrd="4" destOrd="0" parTransId="{6690EA98-66A7-4CA7-9787-8B17090B9F17}" sibTransId="{0777E700-1F7A-46CD-B8FF-DA76D4EE7155}"/>
    <dgm:cxn modelId="{83E50664-EA0A-483D-8F49-1B7F3AA296D6}" type="presOf" srcId="{A9B35E17-77BF-4664-B172-DA97F9458D92}" destId="{4A6FBBF9-E07E-46FF-AD5D-7D82032F4366}" srcOrd="0" destOrd="0" presId="urn:microsoft.com/office/officeart/2005/8/layout/vList2"/>
    <dgm:cxn modelId="{F6545850-78F5-4CBB-A61E-7304AC822790}" srcId="{0BE78B58-DBD7-40E0-9533-9C39CC4337F4}" destId="{4EC2C2A5-3D49-4FD8-9C4D-6E74676135AE}" srcOrd="1" destOrd="0" parTransId="{8D3DA3C5-4F86-4ECB-9409-FD7B10ECDB63}" sibTransId="{F3608AEE-3DB4-4E07-BE5A-33243DDC27A1}"/>
    <dgm:cxn modelId="{8EE5B588-0975-4001-982C-76CED1F9897A}" type="presOf" srcId="{C2CEBF2F-A3CC-46D4-8654-5F09899B1DE5}" destId="{1E19D8B7-4807-43FF-A962-1A8A7A36E3D6}" srcOrd="0" destOrd="0" presId="urn:microsoft.com/office/officeart/2005/8/layout/vList2"/>
    <dgm:cxn modelId="{34C07E8E-01D6-4350-AA55-25C90ED78E3A}" srcId="{0BE78B58-DBD7-40E0-9533-9C39CC4337F4}" destId="{C2CEBF2F-A3CC-46D4-8654-5F09899B1DE5}" srcOrd="3" destOrd="0" parTransId="{9D7BA3E9-99E6-4298-A725-43214FB556C2}" sibTransId="{CE01316B-3318-4B08-9A49-F679B3EFEBA7}"/>
    <dgm:cxn modelId="{FD05D6B0-3E83-4788-BBDA-1083CBE47797}" srcId="{0BE78B58-DBD7-40E0-9533-9C39CC4337F4}" destId="{A9B35E17-77BF-4664-B172-DA97F9458D92}" srcOrd="2" destOrd="0" parTransId="{3E95CA35-0D7D-419B-9674-86ABEBDBD781}" sibTransId="{FD2BF036-E94B-47B2-9B31-E8350B759191}"/>
    <dgm:cxn modelId="{9F2942CA-5EA2-4622-93E9-24503DA79F5D}" type="presOf" srcId="{4EC2C2A5-3D49-4FD8-9C4D-6E74676135AE}" destId="{7359EE12-3B1D-475D-B4B6-A11233FACC4A}" srcOrd="0" destOrd="0" presId="urn:microsoft.com/office/officeart/2005/8/layout/vList2"/>
    <dgm:cxn modelId="{D6EC9BF8-AC53-47EE-A7E3-E3B5092C64EC}" type="presOf" srcId="{0BE78B58-DBD7-40E0-9533-9C39CC4337F4}" destId="{D52B4179-1D79-437E-BF67-FE7BEC85620F}" srcOrd="0" destOrd="0" presId="urn:microsoft.com/office/officeart/2005/8/layout/vList2"/>
    <dgm:cxn modelId="{05840860-EE84-483B-B0BD-4F2857A5E0D9}" type="presParOf" srcId="{D52B4179-1D79-437E-BF67-FE7BEC85620F}" destId="{C8281A2E-48B9-4EB1-A1B7-61CADB6FBB22}" srcOrd="0" destOrd="0" presId="urn:microsoft.com/office/officeart/2005/8/layout/vList2"/>
    <dgm:cxn modelId="{6F69D931-B2B5-4DE5-ADD2-AB665469E494}" type="presParOf" srcId="{D52B4179-1D79-437E-BF67-FE7BEC85620F}" destId="{D0DE3951-51DC-4BA5-83C1-3113E7B3B69B}" srcOrd="1" destOrd="0" presId="urn:microsoft.com/office/officeart/2005/8/layout/vList2"/>
    <dgm:cxn modelId="{8413C29F-68F5-4816-ACD5-547F015C2401}" type="presParOf" srcId="{D52B4179-1D79-437E-BF67-FE7BEC85620F}" destId="{7359EE12-3B1D-475D-B4B6-A11233FACC4A}" srcOrd="2" destOrd="0" presId="urn:microsoft.com/office/officeart/2005/8/layout/vList2"/>
    <dgm:cxn modelId="{E0AC1C1B-E6B0-42EE-9E54-793BBF5C9E0E}" type="presParOf" srcId="{D52B4179-1D79-437E-BF67-FE7BEC85620F}" destId="{F85FCBE3-12AE-4F6E-83C2-32EB9C1E4ACF}" srcOrd="3" destOrd="0" presId="urn:microsoft.com/office/officeart/2005/8/layout/vList2"/>
    <dgm:cxn modelId="{3E838247-D28F-4F8F-B7D5-329522F2AB94}" type="presParOf" srcId="{D52B4179-1D79-437E-BF67-FE7BEC85620F}" destId="{4A6FBBF9-E07E-46FF-AD5D-7D82032F4366}" srcOrd="4" destOrd="0" presId="urn:microsoft.com/office/officeart/2005/8/layout/vList2"/>
    <dgm:cxn modelId="{AB29D815-F0AE-428A-B4C5-9DE70CC58503}" type="presParOf" srcId="{D52B4179-1D79-437E-BF67-FE7BEC85620F}" destId="{00C61F58-71DE-4BB9-BB10-D46126945341}" srcOrd="5" destOrd="0" presId="urn:microsoft.com/office/officeart/2005/8/layout/vList2"/>
    <dgm:cxn modelId="{BC8B6A2E-2AE0-4978-99AA-573D68610D3D}" type="presParOf" srcId="{D52B4179-1D79-437E-BF67-FE7BEC85620F}" destId="{1E19D8B7-4807-43FF-A962-1A8A7A36E3D6}" srcOrd="6" destOrd="0" presId="urn:microsoft.com/office/officeart/2005/8/layout/vList2"/>
    <dgm:cxn modelId="{B08DE794-5BBF-4E2B-B11A-83D666312720}" type="presParOf" srcId="{D52B4179-1D79-437E-BF67-FE7BEC85620F}" destId="{2CFAD7D1-F79D-4F40-A21A-6B5C07A6FD6C}" srcOrd="7" destOrd="0" presId="urn:microsoft.com/office/officeart/2005/8/layout/vList2"/>
    <dgm:cxn modelId="{2068921C-4B1F-4F14-B905-4747C8370CA1}" type="presParOf" srcId="{D52B4179-1D79-437E-BF67-FE7BEC85620F}" destId="{A01579B9-018F-4E13-87B7-BC4BDC2AA83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E78B58-DBD7-40E0-9533-9C39CC4337F4}" type="doc">
      <dgm:prSet loTypeId="urn:microsoft.com/office/officeart/2005/8/layout/vList2" loCatId="list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D9C31C0-AE59-445F-9F67-F96C174518E3}">
      <dgm:prSet/>
      <dgm:spPr/>
      <dgm:t>
        <a:bodyPr/>
        <a:lstStyle/>
        <a:p>
          <a:r>
            <a:rPr lang="en-US" dirty="0"/>
            <a:t>UP-sell</a:t>
          </a:r>
        </a:p>
      </dgm:t>
    </dgm:pt>
    <dgm:pt modelId="{F485C028-CF26-42A9-9E3F-82DA8CA605CE}" type="parTrans" cxnId="{1B2D9136-2938-4F85-BC99-D4D7DBC5E793}">
      <dgm:prSet/>
      <dgm:spPr/>
      <dgm:t>
        <a:bodyPr/>
        <a:lstStyle/>
        <a:p>
          <a:endParaRPr lang="en-US"/>
        </a:p>
      </dgm:t>
    </dgm:pt>
    <dgm:pt modelId="{5D26F2EE-E6FD-4B7A-AB7B-6FA84E95C03A}" type="sibTrans" cxnId="{1B2D9136-2938-4F85-BC99-D4D7DBC5E793}">
      <dgm:prSet/>
      <dgm:spPr/>
      <dgm:t>
        <a:bodyPr/>
        <a:lstStyle/>
        <a:p>
          <a:endParaRPr lang="en-US"/>
        </a:p>
      </dgm:t>
    </dgm:pt>
    <dgm:pt modelId="{A9B35E17-77BF-4664-B172-DA97F9458D92}">
      <dgm:prSet/>
      <dgm:spPr/>
      <dgm:t>
        <a:bodyPr/>
        <a:lstStyle/>
        <a:p>
          <a:r>
            <a:rPr lang="pt-BR" dirty="0"/>
            <a:t>ICP</a:t>
          </a:r>
          <a:endParaRPr lang="en-US" dirty="0"/>
        </a:p>
      </dgm:t>
    </dgm:pt>
    <dgm:pt modelId="{3E95CA35-0D7D-419B-9674-86ABEBDBD781}" type="parTrans" cxnId="{FD05D6B0-3E83-4788-BBDA-1083CBE47797}">
      <dgm:prSet/>
      <dgm:spPr/>
      <dgm:t>
        <a:bodyPr/>
        <a:lstStyle/>
        <a:p>
          <a:endParaRPr lang="en-US"/>
        </a:p>
      </dgm:t>
    </dgm:pt>
    <dgm:pt modelId="{FD2BF036-E94B-47B2-9B31-E8350B759191}" type="sibTrans" cxnId="{FD05D6B0-3E83-4788-BBDA-1083CBE47797}">
      <dgm:prSet/>
      <dgm:spPr/>
      <dgm:t>
        <a:bodyPr/>
        <a:lstStyle/>
        <a:p>
          <a:endParaRPr lang="en-US"/>
        </a:p>
      </dgm:t>
    </dgm:pt>
    <dgm:pt modelId="{C2CEBF2F-A3CC-46D4-8654-5F09899B1DE5}">
      <dgm:prSet/>
      <dgm:spPr/>
      <dgm:t>
        <a:bodyPr/>
        <a:lstStyle/>
        <a:p>
          <a:r>
            <a:rPr lang="pt-BR" dirty="0"/>
            <a:t>Lead</a:t>
          </a:r>
          <a:endParaRPr lang="en-US" dirty="0"/>
        </a:p>
      </dgm:t>
    </dgm:pt>
    <dgm:pt modelId="{9D7BA3E9-99E6-4298-A725-43214FB556C2}" type="parTrans" cxnId="{34C07E8E-01D6-4350-AA55-25C90ED78E3A}">
      <dgm:prSet/>
      <dgm:spPr/>
      <dgm:t>
        <a:bodyPr/>
        <a:lstStyle/>
        <a:p>
          <a:endParaRPr lang="en-US"/>
        </a:p>
      </dgm:t>
    </dgm:pt>
    <dgm:pt modelId="{CE01316B-3318-4B08-9A49-F679B3EFEBA7}" type="sibTrans" cxnId="{34C07E8E-01D6-4350-AA55-25C90ED78E3A}">
      <dgm:prSet/>
      <dgm:spPr/>
      <dgm:t>
        <a:bodyPr/>
        <a:lstStyle/>
        <a:p>
          <a:endParaRPr lang="en-US"/>
        </a:p>
      </dgm:t>
    </dgm:pt>
    <dgm:pt modelId="{05EFE748-A193-4E16-A6CC-1E299D0FB345}">
      <dgm:prSet/>
      <dgm:spPr/>
      <dgm:t>
        <a:bodyPr/>
        <a:lstStyle/>
        <a:p>
          <a:r>
            <a:rPr lang="en-US" dirty="0"/>
            <a:t>Follow-up</a:t>
          </a:r>
        </a:p>
      </dgm:t>
    </dgm:pt>
    <dgm:pt modelId="{6690EA98-66A7-4CA7-9787-8B17090B9F17}" type="parTrans" cxnId="{DE33155B-36D7-424C-9AB6-6EB78CD19E24}">
      <dgm:prSet/>
      <dgm:spPr/>
      <dgm:t>
        <a:bodyPr/>
        <a:lstStyle/>
        <a:p>
          <a:endParaRPr lang="en-US"/>
        </a:p>
      </dgm:t>
    </dgm:pt>
    <dgm:pt modelId="{0777E700-1F7A-46CD-B8FF-DA76D4EE7155}" type="sibTrans" cxnId="{DE33155B-36D7-424C-9AB6-6EB78CD19E24}">
      <dgm:prSet/>
      <dgm:spPr/>
      <dgm:t>
        <a:bodyPr/>
        <a:lstStyle/>
        <a:p>
          <a:endParaRPr lang="en-US"/>
        </a:p>
      </dgm:t>
    </dgm:pt>
    <dgm:pt modelId="{4EC2C2A5-3D49-4FD8-9C4D-6E74676135AE}">
      <dgm:prSet/>
      <dgm:spPr/>
      <dgm:t>
        <a:bodyPr/>
        <a:lstStyle/>
        <a:p>
          <a:r>
            <a:rPr lang="pt-BR" dirty="0"/>
            <a:t>Cross-</a:t>
          </a:r>
          <a:r>
            <a:rPr lang="pt-BR" dirty="0" err="1"/>
            <a:t>sell</a:t>
          </a:r>
          <a:endParaRPr lang="pt-BR" dirty="0"/>
        </a:p>
      </dgm:t>
    </dgm:pt>
    <dgm:pt modelId="{8D3DA3C5-4F86-4ECB-9409-FD7B10ECDB63}" type="parTrans" cxnId="{F6545850-78F5-4CBB-A61E-7304AC822790}">
      <dgm:prSet/>
      <dgm:spPr/>
      <dgm:t>
        <a:bodyPr/>
        <a:lstStyle/>
        <a:p>
          <a:endParaRPr lang="pt-BR"/>
        </a:p>
      </dgm:t>
    </dgm:pt>
    <dgm:pt modelId="{F3608AEE-3DB4-4E07-BE5A-33243DDC27A1}" type="sibTrans" cxnId="{F6545850-78F5-4CBB-A61E-7304AC822790}">
      <dgm:prSet/>
      <dgm:spPr/>
      <dgm:t>
        <a:bodyPr/>
        <a:lstStyle/>
        <a:p>
          <a:endParaRPr lang="pt-BR"/>
        </a:p>
      </dgm:t>
    </dgm:pt>
    <dgm:pt modelId="{D52B4179-1D79-437E-BF67-FE7BEC85620F}" type="pres">
      <dgm:prSet presAssocID="{0BE78B58-DBD7-40E0-9533-9C39CC4337F4}" presName="linear" presStyleCnt="0">
        <dgm:presLayoutVars>
          <dgm:animLvl val="lvl"/>
          <dgm:resizeHandles val="exact"/>
        </dgm:presLayoutVars>
      </dgm:prSet>
      <dgm:spPr/>
    </dgm:pt>
    <dgm:pt modelId="{C8281A2E-48B9-4EB1-A1B7-61CADB6FBB22}" type="pres">
      <dgm:prSet presAssocID="{FD9C31C0-AE59-445F-9F67-F96C174518E3}" presName="parentText" presStyleLbl="node1" presStyleIdx="0" presStyleCnt="5" custLinFactNeighborX="-50663" custLinFactNeighborY="25664">
        <dgm:presLayoutVars>
          <dgm:chMax val="0"/>
          <dgm:bulletEnabled val="1"/>
        </dgm:presLayoutVars>
      </dgm:prSet>
      <dgm:spPr/>
    </dgm:pt>
    <dgm:pt modelId="{D0DE3951-51DC-4BA5-83C1-3113E7B3B69B}" type="pres">
      <dgm:prSet presAssocID="{5D26F2EE-E6FD-4B7A-AB7B-6FA84E95C03A}" presName="spacer" presStyleCnt="0"/>
      <dgm:spPr/>
    </dgm:pt>
    <dgm:pt modelId="{7359EE12-3B1D-475D-B4B6-A11233FACC4A}" type="pres">
      <dgm:prSet presAssocID="{4EC2C2A5-3D49-4FD8-9C4D-6E74676135A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85FCBE3-12AE-4F6E-83C2-32EB9C1E4ACF}" type="pres">
      <dgm:prSet presAssocID="{F3608AEE-3DB4-4E07-BE5A-33243DDC27A1}" presName="spacer" presStyleCnt="0"/>
      <dgm:spPr/>
    </dgm:pt>
    <dgm:pt modelId="{4A6FBBF9-E07E-46FF-AD5D-7D82032F4366}" type="pres">
      <dgm:prSet presAssocID="{A9B35E17-77BF-4664-B172-DA97F9458D92}" presName="parentText" presStyleLbl="node1" presStyleIdx="2" presStyleCnt="5" custLinFactNeighborX="-22281" custLinFactNeighborY="-9922">
        <dgm:presLayoutVars>
          <dgm:chMax val="0"/>
          <dgm:bulletEnabled val="1"/>
        </dgm:presLayoutVars>
      </dgm:prSet>
      <dgm:spPr/>
    </dgm:pt>
    <dgm:pt modelId="{00C61F58-71DE-4BB9-BB10-D46126945341}" type="pres">
      <dgm:prSet presAssocID="{FD2BF036-E94B-47B2-9B31-E8350B759191}" presName="spacer" presStyleCnt="0"/>
      <dgm:spPr/>
    </dgm:pt>
    <dgm:pt modelId="{1E19D8B7-4807-43FF-A962-1A8A7A36E3D6}" type="pres">
      <dgm:prSet presAssocID="{C2CEBF2F-A3CC-46D4-8654-5F09899B1D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FAD7D1-F79D-4F40-A21A-6B5C07A6FD6C}" type="pres">
      <dgm:prSet presAssocID="{CE01316B-3318-4B08-9A49-F679B3EFEBA7}" presName="spacer" presStyleCnt="0"/>
      <dgm:spPr/>
    </dgm:pt>
    <dgm:pt modelId="{A01579B9-018F-4E13-87B7-BC4BDC2AA836}" type="pres">
      <dgm:prSet presAssocID="{05EFE748-A193-4E16-A6CC-1E299D0FB345}" presName="parentText" presStyleLbl="node1" presStyleIdx="4" presStyleCnt="5" custLinFactNeighborX="-60743">
        <dgm:presLayoutVars>
          <dgm:chMax val="0"/>
          <dgm:bulletEnabled val="1"/>
        </dgm:presLayoutVars>
      </dgm:prSet>
      <dgm:spPr/>
    </dgm:pt>
  </dgm:ptLst>
  <dgm:cxnLst>
    <dgm:cxn modelId="{1767A806-BC1A-4BA7-B18A-B8CF63919FE0}" type="presOf" srcId="{FD9C31C0-AE59-445F-9F67-F96C174518E3}" destId="{C8281A2E-48B9-4EB1-A1B7-61CADB6FBB22}" srcOrd="0" destOrd="0" presId="urn:microsoft.com/office/officeart/2005/8/layout/vList2"/>
    <dgm:cxn modelId="{9E9A7215-051C-4BA5-9DE3-DE545C8CC819}" type="presOf" srcId="{05EFE748-A193-4E16-A6CC-1E299D0FB345}" destId="{A01579B9-018F-4E13-87B7-BC4BDC2AA836}" srcOrd="0" destOrd="0" presId="urn:microsoft.com/office/officeart/2005/8/layout/vList2"/>
    <dgm:cxn modelId="{1B2D9136-2938-4F85-BC99-D4D7DBC5E793}" srcId="{0BE78B58-DBD7-40E0-9533-9C39CC4337F4}" destId="{FD9C31C0-AE59-445F-9F67-F96C174518E3}" srcOrd="0" destOrd="0" parTransId="{F485C028-CF26-42A9-9E3F-82DA8CA605CE}" sibTransId="{5D26F2EE-E6FD-4B7A-AB7B-6FA84E95C03A}"/>
    <dgm:cxn modelId="{DE33155B-36D7-424C-9AB6-6EB78CD19E24}" srcId="{0BE78B58-DBD7-40E0-9533-9C39CC4337F4}" destId="{05EFE748-A193-4E16-A6CC-1E299D0FB345}" srcOrd="4" destOrd="0" parTransId="{6690EA98-66A7-4CA7-9787-8B17090B9F17}" sibTransId="{0777E700-1F7A-46CD-B8FF-DA76D4EE7155}"/>
    <dgm:cxn modelId="{83E50664-EA0A-483D-8F49-1B7F3AA296D6}" type="presOf" srcId="{A9B35E17-77BF-4664-B172-DA97F9458D92}" destId="{4A6FBBF9-E07E-46FF-AD5D-7D82032F4366}" srcOrd="0" destOrd="0" presId="urn:microsoft.com/office/officeart/2005/8/layout/vList2"/>
    <dgm:cxn modelId="{F6545850-78F5-4CBB-A61E-7304AC822790}" srcId="{0BE78B58-DBD7-40E0-9533-9C39CC4337F4}" destId="{4EC2C2A5-3D49-4FD8-9C4D-6E74676135AE}" srcOrd="1" destOrd="0" parTransId="{8D3DA3C5-4F86-4ECB-9409-FD7B10ECDB63}" sibTransId="{F3608AEE-3DB4-4E07-BE5A-33243DDC27A1}"/>
    <dgm:cxn modelId="{8EE5B588-0975-4001-982C-76CED1F9897A}" type="presOf" srcId="{C2CEBF2F-A3CC-46D4-8654-5F09899B1DE5}" destId="{1E19D8B7-4807-43FF-A962-1A8A7A36E3D6}" srcOrd="0" destOrd="0" presId="urn:microsoft.com/office/officeart/2005/8/layout/vList2"/>
    <dgm:cxn modelId="{34C07E8E-01D6-4350-AA55-25C90ED78E3A}" srcId="{0BE78B58-DBD7-40E0-9533-9C39CC4337F4}" destId="{C2CEBF2F-A3CC-46D4-8654-5F09899B1DE5}" srcOrd="3" destOrd="0" parTransId="{9D7BA3E9-99E6-4298-A725-43214FB556C2}" sibTransId="{CE01316B-3318-4B08-9A49-F679B3EFEBA7}"/>
    <dgm:cxn modelId="{FD05D6B0-3E83-4788-BBDA-1083CBE47797}" srcId="{0BE78B58-DBD7-40E0-9533-9C39CC4337F4}" destId="{A9B35E17-77BF-4664-B172-DA97F9458D92}" srcOrd="2" destOrd="0" parTransId="{3E95CA35-0D7D-419B-9674-86ABEBDBD781}" sibTransId="{FD2BF036-E94B-47B2-9B31-E8350B759191}"/>
    <dgm:cxn modelId="{9F2942CA-5EA2-4622-93E9-24503DA79F5D}" type="presOf" srcId="{4EC2C2A5-3D49-4FD8-9C4D-6E74676135AE}" destId="{7359EE12-3B1D-475D-B4B6-A11233FACC4A}" srcOrd="0" destOrd="0" presId="urn:microsoft.com/office/officeart/2005/8/layout/vList2"/>
    <dgm:cxn modelId="{D6EC9BF8-AC53-47EE-A7E3-E3B5092C64EC}" type="presOf" srcId="{0BE78B58-DBD7-40E0-9533-9C39CC4337F4}" destId="{D52B4179-1D79-437E-BF67-FE7BEC85620F}" srcOrd="0" destOrd="0" presId="urn:microsoft.com/office/officeart/2005/8/layout/vList2"/>
    <dgm:cxn modelId="{05840860-EE84-483B-B0BD-4F2857A5E0D9}" type="presParOf" srcId="{D52B4179-1D79-437E-BF67-FE7BEC85620F}" destId="{C8281A2E-48B9-4EB1-A1B7-61CADB6FBB22}" srcOrd="0" destOrd="0" presId="urn:microsoft.com/office/officeart/2005/8/layout/vList2"/>
    <dgm:cxn modelId="{6F69D931-B2B5-4DE5-ADD2-AB665469E494}" type="presParOf" srcId="{D52B4179-1D79-437E-BF67-FE7BEC85620F}" destId="{D0DE3951-51DC-4BA5-83C1-3113E7B3B69B}" srcOrd="1" destOrd="0" presId="urn:microsoft.com/office/officeart/2005/8/layout/vList2"/>
    <dgm:cxn modelId="{8413C29F-68F5-4816-ACD5-547F015C2401}" type="presParOf" srcId="{D52B4179-1D79-437E-BF67-FE7BEC85620F}" destId="{7359EE12-3B1D-475D-B4B6-A11233FACC4A}" srcOrd="2" destOrd="0" presId="urn:microsoft.com/office/officeart/2005/8/layout/vList2"/>
    <dgm:cxn modelId="{E0AC1C1B-E6B0-42EE-9E54-793BBF5C9E0E}" type="presParOf" srcId="{D52B4179-1D79-437E-BF67-FE7BEC85620F}" destId="{F85FCBE3-12AE-4F6E-83C2-32EB9C1E4ACF}" srcOrd="3" destOrd="0" presId="urn:microsoft.com/office/officeart/2005/8/layout/vList2"/>
    <dgm:cxn modelId="{3E838247-D28F-4F8F-B7D5-329522F2AB94}" type="presParOf" srcId="{D52B4179-1D79-437E-BF67-FE7BEC85620F}" destId="{4A6FBBF9-E07E-46FF-AD5D-7D82032F4366}" srcOrd="4" destOrd="0" presId="urn:microsoft.com/office/officeart/2005/8/layout/vList2"/>
    <dgm:cxn modelId="{AB29D815-F0AE-428A-B4C5-9DE70CC58503}" type="presParOf" srcId="{D52B4179-1D79-437E-BF67-FE7BEC85620F}" destId="{00C61F58-71DE-4BB9-BB10-D46126945341}" srcOrd="5" destOrd="0" presId="urn:microsoft.com/office/officeart/2005/8/layout/vList2"/>
    <dgm:cxn modelId="{BC8B6A2E-2AE0-4978-99AA-573D68610D3D}" type="presParOf" srcId="{D52B4179-1D79-437E-BF67-FE7BEC85620F}" destId="{1E19D8B7-4807-43FF-A962-1A8A7A36E3D6}" srcOrd="6" destOrd="0" presId="urn:microsoft.com/office/officeart/2005/8/layout/vList2"/>
    <dgm:cxn modelId="{B08DE794-5BBF-4E2B-B11A-83D666312720}" type="presParOf" srcId="{D52B4179-1D79-437E-BF67-FE7BEC85620F}" destId="{2CFAD7D1-F79D-4F40-A21A-6B5C07A6FD6C}" srcOrd="7" destOrd="0" presId="urn:microsoft.com/office/officeart/2005/8/layout/vList2"/>
    <dgm:cxn modelId="{2068921C-4B1F-4F14-B905-4747C8370CA1}" type="presParOf" srcId="{D52B4179-1D79-437E-BF67-FE7BEC85620F}" destId="{A01579B9-018F-4E13-87B7-BC4BDC2AA83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C9187A-329D-4907-9EED-4E743274606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21140D-2A8F-4CCB-BF13-CDED18C09CA6}">
      <dgm:prSet/>
      <dgm:spPr/>
      <dgm:t>
        <a:bodyPr/>
        <a:lstStyle/>
        <a:p>
          <a:r>
            <a:rPr lang="pt-BR"/>
            <a:t>Venda cria expectativa</a:t>
          </a:r>
          <a:endParaRPr lang="en-US"/>
        </a:p>
      </dgm:t>
    </dgm:pt>
    <dgm:pt modelId="{566736E0-BB2F-4ECF-8952-121E37C4C6DF}" type="parTrans" cxnId="{1F4E3F21-774B-46DF-8B0E-C97928E5C0BD}">
      <dgm:prSet/>
      <dgm:spPr/>
      <dgm:t>
        <a:bodyPr/>
        <a:lstStyle/>
        <a:p>
          <a:endParaRPr lang="en-US"/>
        </a:p>
      </dgm:t>
    </dgm:pt>
    <dgm:pt modelId="{9ABC76A2-0C7E-424D-805A-7E706D6F67A2}" type="sibTrans" cxnId="{1F4E3F21-774B-46DF-8B0E-C97928E5C0BD}">
      <dgm:prSet/>
      <dgm:spPr/>
      <dgm:t>
        <a:bodyPr/>
        <a:lstStyle/>
        <a:p>
          <a:endParaRPr lang="en-US"/>
        </a:p>
      </dgm:t>
    </dgm:pt>
    <dgm:pt modelId="{4F6C6331-5A58-4CED-91F2-9F039F9A1F93}">
      <dgm:prSet/>
      <dgm:spPr/>
      <dgm:t>
        <a:bodyPr/>
        <a:lstStyle/>
        <a:p>
          <a:r>
            <a:rPr lang="pt-BR"/>
            <a:t>Expectativa guia a experiência</a:t>
          </a:r>
          <a:endParaRPr lang="en-US"/>
        </a:p>
      </dgm:t>
    </dgm:pt>
    <dgm:pt modelId="{83CB8B1A-A307-4AF2-AD91-E50FF892146C}" type="parTrans" cxnId="{C6071859-EF9F-47BF-A4D5-B49B05D7A7EF}">
      <dgm:prSet/>
      <dgm:spPr/>
      <dgm:t>
        <a:bodyPr/>
        <a:lstStyle/>
        <a:p>
          <a:endParaRPr lang="en-US"/>
        </a:p>
      </dgm:t>
    </dgm:pt>
    <dgm:pt modelId="{6EC22B06-EE29-47B5-8C3E-D6A9C2F369C4}" type="sibTrans" cxnId="{C6071859-EF9F-47BF-A4D5-B49B05D7A7EF}">
      <dgm:prSet/>
      <dgm:spPr/>
      <dgm:t>
        <a:bodyPr/>
        <a:lstStyle/>
        <a:p>
          <a:endParaRPr lang="en-US"/>
        </a:p>
      </dgm:t>
    </dgm:pt>
    <dgm:pt modelId="{04A7B088-8644-4BF8-8E0B-F78348F95C49}">
      <dgm:prSet/>
      <dgm:spPr/>
      <dgm:t>
        <a:bodyPr/>
        <a:lstStyle/>
        <a:p>
          <a:r>
            <a:rPr lang="pt-BR"/>
            <a:t>Prometer demais destrói confiança</a:t>
          </a:r>
          <a:endParaRPr lang="en-US"/>
        </a:p>
      </dgm:t>
    </dgm:pt>
    <dgm:pt modelId="{9CBD997A-5CA8-448B-94EB-D13FFF286239}" type="parTrans" cxnId="{3971ED99-36B0-4517-9C8D-7FB97770A7D5}">
      <dgm:prSet/>
      <dgm:spPr/>
      <dgm:t>
        <a:bodyPr/>
        <a:lstStyle/>
        <a:p>
          <a:endParaRPr lang="en-US"/>
        </a:p>
      </dgm:t>
    </dgm:pt>
    <dgm:pt modelId="{4B975FFC-E2B8-485C-8F41-3E3F59B64765}" type="sibTrans" cxnId="{3971ED99-36B0-4517-9C8D-7FB97770A7D5}">
      <dgm:prSet/>
      <dgm:spPr/>
      <dgm:t>
        <a:bodyPr/>
        <a:lstStyle/>
        <a:p>
          <a:endParaRPr lang="en-US"/>
        </a:p>
      </dgm:t>
    </dgm:pt>
    <dgm:pt modelId="{5E2044F4-F37E-4D82-97A1-115E1B865AE0}">
      <dgm:prSet/>
      <dgm:spPr/>
      <dgm:t>
        <a:bodyPr/>
        <a:lstStyle/>
        <a:p>
          <a:r>
            <a:rPr lang="pt-BR"/>
            <a:t>Prometer certo gera retenção</a:t>
          </a:r>
          <a:endParaRPr lang="en-US"/>
        </a:p>
      </dgm:t>
    </dgm:pt>
    <dgm:pt modelId="{2E99006E-6202-4B42-94FC-597F0CF8BE97}" type="parTrans" cxnId="{A06BD09A-A281-46EC-AC91-ED01BCAD9EB9}">
      <dgm:prSet/>
      <dgm:spPr/>
      <dgm:t>
        <a:bodyPr/>
        <a:lstStyle/>
        <a:p>
          <a:endParaRPr lang="en-US"/>
        </a:p>
      </dgm:t>
    </dgm:pt>
    <dgm:pt modelId="{BBCCD3F8-D026-4772-8F6D-9CBDC08DE3BA}" type="sibTrans" cxnId="{A06BD09A-A281-46EC-AC91-ED01BCAD9EB9}">
      <dgm:prSet/>
      <dgm:spPr/>
      <dgm:t>
        <a:bodyPr/>
        <a:lstStyle/>
        <a:p>
          <a:endParaRPr lang="en-US"/>
        </a:p>
      </dgm:t>
    </dgm:pt>
    <dgm:pt modelId="{E793C26A-EDC2-4903-9C30-B5F01D2B0774}" type="pres">
      <dgm:prSet presAssocID="{97C9187A-329D-4907-9EED-4E7432746065}" presName="linear" presStyleCnt="0">
        <dgm:presLayoutVars>
          <dgm:animLvl val="lvl"/>
          <dgm:resizeHandles val="exact"/>
        </dgm:presLayoutVars>
      </dgm:prSet>
      <dgm:spPr/>
    </dgm:pt>
    <dgm:pt modelId="{2D90FFD6-E2DC-47C7-A738-8C86E97BA57B}" type="pres">
      <dgm:prSet presAssocID="{B221140D-2A8F-4CCB-BF13-CDED18C09CA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4CB2EA-788A-459C-810B-F9F59A375247}" type="pres">
      <dgm:prSet presAssocID="{9ABC76A2-0C7E-424D-805A-7E706D6F67A2}" presName="spacer" presStyleCnt="0"/>
      <dgm:spPr/>
    </dgm:pt>
    <dgm:pt modelId="{17AAB8CC-B05D-4F40-8CB7-56060CB68F7D}" type="pres">
      <dgm:prSet presAssocID="{4F6C6331-5A58-4CED-91F2-9F039F9A1F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C00F0D-87D6-4B5C-B68F-7651749526C9}" type="pres">
      <dgm:prSet presAssocID="{6EC22B06-EE29-47B5-8C3E-D6A9C2F369C4}" presName="spacer" presStyleCnt="0"/>
      <dgm:spPr/>
    </dgm:pt>
    <dgm:pt modelId="{E1F60401-34EB-467A-82EF-F3DB070D1795}" type="pres">
      <dgm:prSet presAssocID="{04A7B088-8644-4BF8-8E0B-F78348F95C4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B5A882-252D-4A88-BA96-7CA39ED575CC}" type="pres">
      <dgm:prSet presAssocID="{4B975FFC-E2B8-485C-8F41-3E3F59B64765}" presName="spacer" presStyleCnt="0"/>
      <dgm:spPr/>
    </dgm:pt>
    <dgm:pt modelId="{BB951BFC-816F-4A03-96B1-B38D76F42694}" type="pres">
      <dgm:prSet presAssocID="{5E2044F4-F37E-4D82-97A1-115E1B865A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EA6F13-F9DB-49E7-96C5-6EB77F74397F}" type="presOf" srcId="{4F6C6331-5A58-4CED-91F2-9F039F9A1F93}" destId="{17AAB8CC-B05D-4F40-8CB7-56060CB68F7D}" srcOrd="0" destOrd="0" presId="urn:microsoft.com/office/officeart/2005/8/layout/vList2"/>
    <dgm:cxn modelId="{1F4E3F21-774B-46DF-8B0E-C97928E5C0BD}" srcId="{97C9187A-329D-4907-9EED-4E7432746065}" destId="{B221140D-2A8F-4CCB-BF13-CDED18C09CA6}" srcOrd="0" destOrd="0" parTransId="{566736E0-BB2F-4ECF-8952-121E37C4C6DF}" sibTransId="{9ABC76A2-0C7E-424D-805A-7E706D6F67A2}"/>
    <dgm:cxn modelId="{A82DFD68-E845-4016-BCE0-12DBEC6D7300}" type="presOf" srcId="{5E2044F4-F37E-4D82-97A1-115E1B865AE0}" destId="{BB951BFC-816F-4A03-96B1-B38D76F42694}" srcOrd="0" destOrd="0" presId="urn:microsoft.com/office/officeart/2005/8/layout/vList2"/>
    <dgm:cxn modelId="{C6071859-EF9F-47BF-A4D5-B49B05D7A7EF}" srcId="{97C9187A-329D-4907-9EED-4E7432746065}" destId="{4F6C6331-5A58-4CED-91F2-9F039F9A1F93}" srcOrd="1" destOrd="0" parTransId="{83CB8B1A-A307-4AF2-AD91-E50FF892146C}" sibTransId="{6EC22B06-EE29-47B5-8C3E-D6A9C2F369C4}"/>
    <dgm:cxn modelId="{5735C189-23E8-4712-A626-B561542D5501}" type="presOf" srcId="{B221140D-2A8F-4CCB-BF13-CDED18C09CA6}" destId="{2D90FFD6-E2DC-47C7-A738-8C86E97BA57B}" srcOrd="0" destOrd="0" presId="urn:microsoft.com/office/officeart/2005/8/layout/vList2"/>
    <dgm:cxn modelId="{3971ED99-36B0-4517-9C8D-7FB97770A7D5}" srcId="{97C9187A-329D-4907-9EED-4E7432746065}" destId="{04A7B088-8644-4BF8-8E0B-F78348F95C49}" srcOrd="2" destOrd="0" parTransId="{9CBD997A-5CA8-448B-94EB-D13FFF286239}" sibTransId="{4B975FFC-E2B8-485C-8F41-3E3F59B64765}"/>
    <dgm:cxn modelId="{A06BD09A-A281-46EC-AC91-ED01BCAD9EB9}" srcId="{97C9187A-329D-4907-9EED-4E7432746065}" destId="{5E2044F4-F37E-4D82-97A1-115E1B865AE0}" srcOrd="3" destOrd="0" parTransId="{2E99006E-6202-4B42-94FC-597F0CF8BE97}" sibTransId="{BBCCD3F8-D026-4772-8F6D-9CBDC08DE3BA}"/>
    <dgm:cxn modelId="{F2595CBB-3D97-47D0-9E64-730AB51F1376}" type="presOf" srcId="{04A7B088-8644-4BF8-8E0B-F78348F95C49}" destId="{E1F60401-34EB-467A-82EF-F3DB070D1795}" srcOrd="0" destOrd="0" presId="urn:microsoft.com/office/officeart/2005/8/layout/vList2"/>
    <dgm:cxn modelId="{CB6DEBD4-6550-45E6-8C18-BC3A33B313CF}" type="presOf" srcId="{97C9187A-329D-4907-9EED-4E7432746065}" destId="{E793C26A-EDC2-4903-9C30-B5F01D2B0774}" srcOrd="0" destOrd="0" presId="urn:microsoft.com/office/officeart/2005/8/layout/vList2"/>
    <dgm:cxn modelId="{46B78787-146C-4E55-B4ED-3D659B430B1E}" type="presParOf" srcId="{E793C26A-EDC2-4903-9C30-B5F01D2B0774}" destId="{2D90FFD6-E2DC-47C7-A738-8C86E97BA57B}" srcOrd="0" destOrd="0" presId="urn:microsoft.com/office/officeart/2005/8/layout/vList2"/>
    <dgm:cxn modelId="{ABA066EB-1C17-4927-819F-61F0E35CA446}" type="presParOf" srcId="{E793C26A-EDC2-4903-9C30-B5F01D2B0774}" destId="{D44CB2EA-788A-459C-810B-F9F59A375247}" srcOrd="1" destOrd="0" presId="urn:microsoft.com/office/officeart/2005/8/layout/vList2"/>
    <dgm:cxn modelId="{7C58F52E-322F-4C91-B9F4-BF9D59E45598}" type="presParOf" srcId="{E793C26A-EDC2-4903-9C30-B5F01D2B0774}" destId="{17AAB8CC-B05D-4F40-8CB7-56060CB68F7D}" srcOrd="2" destOrd="0" presId="urn:microsoft.com/office/officeart/2005/8/layout/vList2"/>
    <dgm:cxn modelId="{07A3F555-DBB0-44F1-9B34-CED7378BB650}" type="presParOf" srcId="{E793C26A-EDC2-4903-9C30-B5F01D2B0774}" destId="{8CC00F0D-87D6-4B5C-B68F-7651749526C9}" srcOrd="3" destOrd="0" presId="urn:microsoft.com/office/officeart/2005/8/layout/vList2"/>
    <dgm:cxn modelId="{0AF192BA-7590-4AB2-B2D7-EACBA6228929}" type="presParOf" srcId="{E793C26A-EDC2-4903-9C30-B5F01D2B0774}" destId="{E1F60401-34EB-467A-82EF-F3DB070D1795}" srcOrd="4" destOrd="0" presId="urn:microsoft.com/office/officeart/2005/8/layout/vList2"/>
    <dgm:cxn modelId="{1C4E0BF9-C28E-4A06-B6AC-D194888CE1F8}" type="presParOf" srcId="{E793C26A-EDC2-4903-9C30-B5F01D2B0774}" destId="{ABB5A882-252D-4A88-BA96-7CA39ED575CC}" srcOrd="5" destOrd="0" presId="urn:microsoft.com/office/officeart/2005/8/layout/vList2"/>
    <dgm:cxn modelId="{0A92ADB3-72E3-4020-AE9A-9BE000468AC3}" type="presParOf" srcId="{E793C26A-EDC2-4903-9C30-B5F01D2B0774}" destId="{BB951BFC-816F-4A03-96B1-B38D76F4269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AA9FC0-AAB6-4E9C-B7F1-F734344FDE4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9161803-9B82-40E2-B29A-0A320D6DDD9A}">
      <dgm:prSet/>
      <dgm:spPr/>
      <dgm:t>
        <a:bodyPr/>
        <a:lstStyle/>
        <a:p>
          <a:r>
            <a:rPr lang="pt-BR" dirty="0"/>
            <a:t>No B2B, o custo de trazer um novo PDV (Ponto de Venda) pode ser alto. Manter o atual é a melhor estratégia.</a:t>
          </a:r>
          <a:endParaRPr lang="en-US" dirty="0"/>
        </a:p>
      </dgm:t>
    </dgm:pt>
    <dgm:pt modelId="{BAE6AC58-C48F-42EF-9B48-FA73E4F1898F}" type="parTrans" cxnId="{CED5264F-3B40-4EB4-850F-8CF7B37DA892}">
      <dgm:prSet/>
      <dgm:spPr/>
      <dgm:t>
        <a:bodyPr/>
        <a:lstStyle/>
        <a:p>
          <a:endParaRPr lang="en-US"/>
        </a:p>
      </dgm:t>
    </dgm:pt>
    <dgm:pt modelId="{5015AFCB-59CE-4765-BB08-79439D7CFE3B}" type="sibTrans" cxnId="{CED5264F-3B40-4EB4-850F-8CF7B37DA892}">
      <dgm:prSet/>
      <dgm:spPr/>
      <dgm:t>
        <a:bodyPr/>
        <a:lstStyle/>
        <a:p>
          <a:endParaRPr lang="en-US"/>
        </a:p>
      </dgm:t>
    </dgm:pt>
    <dgm:pt modelId="{6B508698-7C71-4C5D-A9A8-7A6F53EBA975}">
      <dgm:prSet/>
      <dgm:spPr/>
      <dgm:t>
        <a:bodyPr/>
        <a:lstStyle/>
        <a:p>
          <a:r>
            <a:rPr lang="pt-BR" b="1" dirty="0"/>
            <a:t>Checkpoints:</a:t>
          </a:r>
          <a:r>
            <a:rPr lang="pt-BR" dirty="0"/>
            <a:t> o time de </a:t>
          </a:r>
          <a:r>
            <a:rPr lang="pt-BR" dirty="0" err="1"/>
            <a:t>Inside</a:t>
          </a:r>
          <a:r>
            <a:rPr lang="pt-BR" dirty="0"/>
            <a:t> Sales deve ligar não apenas para vender, mas para perguntar: </a:t>
          </a:r>
          <a:r>
            <a:rPr lang="pt-BR" i="1" dirty="0"/>
            <a:t>"Como está a aceitação dos pais? Onde você posicionou os produtos no PDV?"</a:t>
          </a:r>
          <a:endParaRPr lang="en-US" dirty="0"/>
        </a:p>
      </dgm:t>
    </dgm:pt>
    <dgm:pt modelId="{2DF8034B-C33C-4C56-AFE9-970060FF9628}" type="parTrans" cxnId="{77398A9C-C051-4DBC-B4DD-6C0090CC8658}">
      <dgm:prSet/>
      <dgm:spPr/>
      <dgm:t>
        <a:bodyPr/>
        <a:lstStyle/>
        <a:p>
          <a:endParaRPr lang="en-US"/>
        </a:p>
      </dgm:t>
    </dgm:pt>
    <dgm:pt modelId="{D86A30C4-C782-4CDF-BA93-9E43C21D3160}" type="sibTrans" cxnId="{77398A9C-C051-4DBC-B4DD-6C0090CC8658}">
      <dgm:prSet/>
      <dgm:spPr/>
      <dgm:t>
        <a:bodyPr/>
        <a:lstStyle/>
        <a:p>
          <a:endParaRPr lang="en-US"/>
        </a:p>
      </dgm:t>
    </dgm:pt>
    <dgm:pt modelId="{E4238336-6DD2-49AE-B8A1-B168F9371F1B}">
      <dgm:prSet/>
      <dgm:spPr/>
      <dgm:t>
        <a:bodyPr/>
        <a:lstStyle/>
        <a:p>
          <a:r>
            <a:rPr lang="pt-BR" b="1" dirty="0"/>
            <a:t>Educação do Lojista:</a:t>
          </a:r>
          <a:r>
            <a:rPr lang="pt-BR" dirty="0"/>
            <a:t> ensine o dono da pequena loja a vender Papapá. Explique para ele que o sachê é "limpo" (clean </a:t>
          </a:r>
          <a:r>
            <a:rPr lang="pt-BR" dirty="0" err="1"/>
            <a:t>label</a:t>
          </a:r>
          <a:r>
            <a:rPr lang="pt-BR" dirty="0"/>
            <a:t>) para que ele use esse argumento com as mães.</a:t>
          </a:r>
          <a:endParaRPr lang="en-US" dirty="0"/>
        </a:p>
      </dgm:t>
    </dgm:pt>
    <dgm:pt modelId="{D0FDF357-9BC2-4643-BE92-9CA4B2806274}" type="parTrans" cxnId="{5E6FE202-22C3-4BF2-8131-8EA4D42AA099}">
      <dgm:prSet/>
      <dgm:spPr/>
      <dgm:t>
        <a:bodyPr/>
        <a:lstStyle/>
        <a:p>
          <a:endParaRPr lang="en-US"/>
        </a:p>
      </dgm:t>
    </dgm:pt>
    <dgm:pt modelId="{9F363BDE-A08D-44B2-A768-6496DC7F0EF9}" type="sibTrans" cxnId="{5E6FE202-22C3-4BF2-8131-8EA4D42AA099}">
      <dgm:prSet/>
      <dgm:spPr/>
      <dgm:t>
        <a:bodyPr/>
        <a:lstStyle/>
        <a:p>
          <a:endParaRPr lang="en-US"/>
        </a:p>
      </dgm:t>
    </dgm:pt>
    <dgm:pt modelId="{C50EA05B-8A89-4968-99FC-409DCED160D2}" type="pres">
      <dgm:prSet presAssocID="{F9AA9FC0-AAB6-4E9C-B7F1-F734344FDE47}" presName="vert0" presStyleCnt="0">
        <dgm:presLayoutVars>
          <dgm:dir/>
          <dgm:animOne val="branch"/>
          <dgm:animLvl val="lvl"/>
        </dgm:presLayoutVars>
      </dgm:prSet>
      <dgm:spPr/>
    </dgm:pt>
    <dgm:pt modelId="{15C86938-0729-497A-99EB-4245673810DB}" type="pres">
      <dgm:prSet presAssocID="{69161803-9B82-40E2-B29A-0A320D6DDD9A}" presName="thickLine" presStyleLbl="alignNode1" presStyleIdx="0" presStyleCnt="3"/>
      <dgm:spPr/>
    </dgm:pt>
    <dgm:pt modelId="{1A892459-3B3F-4C39-8E94-8CF296605289}" type="pres">
      <dgm:prSet presAssocID="{69161803-9B82-40E2-B29A-0A320D6DDD9A}" presName="horz1" presStyleCnt="0"/>
      <dgm:spPr/>
    </dgm:pt>
    <dgm:pt modelId="{7DBBFBA4-B4A5-4DD0-99B0-F9692D38573B}" type="pres">
      <dgm:prSet presAssocID="{69161803-9B82-40E2-B29A-0A320D6DDD9A}" presName="tx1" presStyleLbl="revTx" presStyleIdx="0" presStyleCnt="3"/>
      <dgm:spPr/>
    </dgm:pt>
    <dgm:pt modelId="{DE4910FC-5B84-4F6D-AB5D-D7C45700FD15}" type="pres">
      <dgm:prSet presAssocID="{69161803-9B82-40E2-B29A-0A320D6DDD9A}" presName="vert1" presStyleCnt="0"/>
      <dgm:spPr/>
    </dgm:pt>
    <dgm:pt modelId="{F534182E-23B9-4B82-8258-62D34B387AB1}" type="pres">
      <dgm:prSet presAssocID="{6B508698-7C71-4C5D-A9A8-7A6F53EBA975}" presName="thickLine" presStyleLbl="alignNode1" presStyleIdx="1" presStyleCnt="3"/>
      <dgm:spPr/>
    </dgm:pt>
    <dgm:pt modelId="{818B10B7-7CF4-42A2-92A7-32FEE47A8134}" type="pres">
      <dgm:prSet presAssocID="{6B508698-7C71-4C5D-A9A8-7A6F53EBA975}" presName="horz1" presStyleCnt="0"/>
      <dgm:spPr/>
    </dgm:pt>
    <dgm:pt modelId="{C3820C16-73A3-47AD-AA6C-EDE5836D02F5}" type="pres">
      <dgm:prSet presAssocID="{6B508698-7C71-4C5D-A9A8-7A6F53EBA975}" presName="tx1" presStyleLbl="revTx" presStyleIdx="1" presStyleCnt="3"/>
      <dgm:spPr/>
    </dgm:pt>
    <dgm:pt modelId="{D89EF42D-DF65-4E27-930F-AB038F62E3D3}" type="pres">
      <dgm:prSet presAssocID="{6B508698-7C71-4C5D-A9A8-7A6F53EBA975}" presName="vert1" presStyleCnt="0"/>
      <dgm:spPr/>
    </dgm:pt>
    <dgm:pt modelId="{0327712C-9A73-4E4B-BC9D-05D0A7B0BB41}" type="pres">
      <dgm:prSet presAssocID="{E4238336-6DD2-49AE-B8A1-B168F9371F1B}" presName="thickLine" presStyleLbl="alignNode1" presStyleIdx="2" presStyleCnt="3"/>
      <dgm:spPr/>
    </dgm:pt>
    <dgm:pt modelId="{9DC81F74-0500-4564-B3C5-17B1BEFC35D1}" type="pres">
      <dgm:prSet presAssocID="{E4238336-6DD2-49AE-B8A1-B168F9371F1B}" presName="horz1" presStyleCnt="0"/>
      <dgm:spPr/>
    </dgm:pt>
    <dgm:pt modelId="{8BECBE92-E906-4384-8C11-9499FCC3EAC4}" type="pres">
      <dgm:prSet presAssocID="{E4238336-6DD2-49AE-B8A1-B168F9371F1B}" presName="tx1" presStyleLbl="revTx" presStyleIdx="2" presStyleCnt="3"/>
      <dgm:spPr/>
    </dgm:pt>
    <dgm:pt modelId="{84AAAE41-C98D-4957-85A7-898E95FA5CDA}" type="pres">
      <dgm:prSet presAssocID="{E4238336-6DD2-49AE-B8A1-B168F9371F1B}" presName="vert1" presStyleCnt="0"/>
      <dgm:spPr/>
    </dgm:pt>
  </dgm:ptLst>
  <dgm:cxnLst>
    <dgm:cxn modelId="{5E6FE202-22C3-4BF2-8131-8EA4D42AA099}" srcId="{F9AA9FC0-AAB6-4E9C-B7F1-F734344FDE47}" destId="{E4238336-6DD2-49AE-B8A1-B168F9371F1B}" srcOrd="2" destOrd="0" parTransId="{D0FDF357-9BC2-4643-BE92-9CA4B2806274}" sibTransId="{9F363BDE-A08D-44B2-A768-6496DC7F0EF9}"/>
    <dgm:cxn modelId="{3622BD6D-8C4C-4AD4-A605-CC53F6996B33}" type="presOf" srcId="{F9AA9FC0-AAB6-4E9C-B7F1-F734344FDE47}" destId="{C50EA05B-8A89-4968-99FC-409DCED160D2}" srcOrd="0" destOrd="0" presId="urn:microsoft.com/office/officeart/2008/layout/LinedList"/>
    <dgm:cxn modelId="{CED5264F-3B40-4EB4-850F-8CF7B37DA892}" srcId="{F9AA9FC0-AAB6-4E9C-B7F1-F734344FDE47}" destId="{69161803-9B82-40E2-B29A-0A320D6DDD9A}" srcOrd="0" destOrd="0" parTransId="{BAE6AC58-C48F-42EF-9B48-FA73E4F1898F}" sibTransId="{5015AFCB-59CE-4765-BB08-79439D7CFE3B}"/>
    <dgm:cxn modelId="{77398A9C-C051-4DBC-B4DD-6C0090CC8658}" srcId="{F9AA9FC0-AAB6-4E9C-B7F1-F734344FDE47}" destId="{6B508698-7C71-4C5D-A9A8-7A6F53EBA975}" srcOrd="1" destOrd="0" parTransId="{2DF8034B-C33C-4C56-AFE9-970060FF9628}" sibTransId="{D86A30C4-C782-4CDF-BA93-9E43C21D3160}"/>
    <dgm:cxn modelId="{EFD60BB6-A18D-46C8-A928-56B47959FDC5}" type="presOf" srcId="{69161803-9B82-40E2-B29A-0A320D6DDD9A}" destId="{7DBBFBA4-B4A5-4DD0-99B0-F9692D38573B}" srcOrd="0" destOrd="0" presId="urn:microsoft.com/office/officeart/2008/layout/LinedList"/>
    <dgm:cxn modelId="{090C30D2-BC66-48FC-88A9-5B1680062753}" type="presOf" srcId="{6B508698-7C71-4C5D-A9A8-7A6F53EBA975}" destId="{C3820C16-73A3-47AD-AA6C-EDE5836D02F5}" srcOrd="0" destOrd="0" presId="urn:microsoft.com/office/officeart/2008/layout/LinedList"/>
    <dgm:cxn modelId="{B6CDE0DC-0226-4F21-BA06-6BA9CE0A605A}" type="presOf" srcId="{E4238336-6DD2-49AE-B8A1-B168F9371F1B}" destId="{8BECBE92-E906-4384-8C11-9499FCC3EAC4}" srcOrd="0" destOrd="0" presId="urn:microsoft.com/office/officeart/2008/layout/LinedList"/>
    <dgm:cxn modelId="{17F0BC9F-179F-477D-B43A-5BB4650C0CE3}" type="presParOf" srcId="{C50EA05B-8A89-4968-99FC-409DCED160D2}" destId="{15C86938-0729-497A-99EB-4245673810DB}" srcOrd="0" destOrd="0" presId="urn:microsoft.com/office/officeart/2008/layout/LinedList"/>
    <dgm:cxn modelId="{F2FA8847-65F1-4059-833B-BC4E3DAB06ED}" type="presParOf" srcId="{C50EA05B-8A89-4968-99FC-409DCED160D2}" destId="{1A892459-3B3F-4C39-8E94-8CF296605289}" srcOrd="1" destOrd="0" presId="urn:microsoft.com/office/officeart/2008/layout/LinedList"/>
    <dgm:cxn modelId="{A0E7F00E-E00B-4FE9-BFC6-4A16CE540BBB}" type="presParOf" srcId="{1A892459-3B3F-4C39-8E94-8CF296605289}" destId="{7DBBFBA4-B4A5-4DD0-99B0-F9692D38573B}" srcOrd="0" destOrd="0" presId="urn:microsoft.com/office/officeart/2008/layout/LinedList"/>
    <dgm:cxn modelId="{FAF904D1-A54D-435B-B6DE-32215768B7E1}" type="presParOf" srcId="{1A892459-3B3F-4C39-8E94-8CF296605289}" destId="{DE4910FC-5B84-4F6D-AB5D-D7C45700FD15}" srcOrd="1" destOrd="0" presId="urn:microsoft.com/office/officeart/2008/layout/LinedList"/>
    <dgm:cxn modelId="{C5A5A6DA-2BE4-430A-9810-B9CF7213349A}" type="presParOf" srcId="{C50EA05B-8A89-4968-99FC-409DCED160D2}" destId="{F534182E-23B9-4B82-8258-62D34B387AB1}" srcOrd="2" destOrd="0" presId="urn:microsoft.com/office/officeart/2008/layout/LinedList"/>
    <dgm:cxn modelId="{D9987D05-DD8E-42A2-8199-F0D105CD1B0D}" type="presParOf" srcId="{C50EA05B-8A89-4968-99FC-409DCED160D2}" destId="{818B10B7-7CF4-42A2-92A7-32FEE47A8134}" srcOrd="3" destOrd="0" presId="urn:microsoft.com/office/officeart/2008/layout/LinedList"/>
    <dgm:cxn modelId="{81F44D74-EB09-43DF-B9F9-3ADF46AF1FD9}" type="presParOf" srcId="{818B10B7-7CF4-42A2-92A7-32FEE47A8134}" destId="{C3820C16-73A3-47AD-AA6C-EDE5836D02F5}" srcOrd="0" destOrd="0" presId="urn:microsoft.com/office/officeart/2008/layout/LinedList"/>
    <dgm:cxn modelId="{B45D8515-617A-4708-AC26-927E0CC2AD1C}" type="presParOf" srcId="{818B10B7-7CF4-42A2-92A7-32FEE47A8134}" destId="{D89EF42D-DF65-4E27-930F-AB038F62E3D3}" srcOrd="1" destOrd="0" presId="urn:microsoft.com/office/officeart/2008/layout/LinedList"/>
    <dgm:cxn modelId="{FD4FE5D9-DE0C-49C4-9644-58756DA99A16}" type="presParOf" srcId="{C50EA05B-8A89-4968-99FC-409DCED160D2}" destId="{0327712C-9A73-4E4B-BC9D-05D0A7B0BB41}" srcOrd="4" destOrd="0" presId="urn:microsoft.com/office/officeart/2008/layout/LinedList"/>
    <dgm:cxn modelId="{F0F947EC-562E-49CF-AB8E-FDCF698B4E9C}" type="presParOf" srcId="{C50EA05B-8A89-4968-99FC-409DCED160D2}" destId="{9DC81F74-0500-4564-B3C5-17B1BEFC35D1}" srcOrd="5" destOrd="0" presId="urn:microsoft.com/office/officeart/2008/layout/LinedList"/>
    <dgm:cxn modelId="{E5B48071-20DB-427E-9BE2-8428577FC017}" type="presParOf" srcId="{9DC81F74-0500-4564-B3C5-17B1BEFC35D1}" destId="{8BECBE92-E906-4384-8C11-9499FCC3EAC4}" srcOrd="0" destOrd="0" presId="urn:microsoft.com/office/officeart/2008/layout/LinedList"/>
    <dgm:cxn modelId="{0F3AE210-08D2-4863-B098-83E66D2E181E}" type="presParOf" srcId="{9DC81F74-0500-4564-B3C5-17B1BEFC35D1}" destId="{84AAAE41-C98D-4957-85A7-898E95FA5C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760199-8C2E-4E64-A57D-9CCF5CBA39D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A82275B-E681-4A1C-B08F-0F72106682FD}">
      <dgm:prSet/>
      <dgm:spPr/>
      <dgm:t>
        <a:bodyPr/>
        <a:lstStyle/>
        <a:p>
          <a:r>
            <a:rPr lang="pt-BR"/>
            <a:t>Escuta ativa</a:t>
          </a:r>
          <a:endParaRPr lang="en-US"/>
        </a:p>
      </dgm:t>
    </dgm:pt>
    <dgm:pt modelId="{282EA88B-0AFD-4DEB-803F-011E1646A57C}" type="parTrans" cxnId="{2DA08817-1A0B-412A-9884-9B0C89D9764E}">
      <dgm:prSet/>
      <dgm:spPr/>
      <dgm:t>
        <a:bodyPr/>
        <a:lstStyle/>
        <a:p>
          <a:endParaRPr lang="en-US"/>
        </a:p>
      </dgm:t>
    </dgm:pt>
    <dgm:pt modelId="{A38ADB3B-2078-4F2B-B77E-34777D88423B}" type="sibTrans" cxnId="{2DA08817-1A0B-412A-9884-9B0C89D9764E}">
      <dgm:prSet/>
      <dgm:spPr/>
      <dgm:t>
        <a:bodyPr/>
        <a:lstStyle/>
        <a:p>
          <a:endParaRPr lang="en-US"/>
        </a:p>
      </dgm:t>
    </dgm:pt>
    <dgm:pt modelId="{5DD7A32B-F0F4-48EE-8B61-ED5A7AEF9842}">
      <dgm:prSet/>
      <dgm:spPr/>
      <dgm:t>
        <a:bodyPr/>
        <a:lstStyle/>
        <a:p>
          <a:r>
            <a:rPr lang="pt-BR"/>
            <a:t>Perguntas inteligentes</a:t>
          </a:r>
          <a:endParaRPr lang="en-US"/>
        </a:p>
      </dgm:t>
    </dgm:pt>
    <dgm:pt modelId="{87922250-B93A-4B90-BBAE-9B202100BF5E}" type="parTrans" cxnId="{AFFFA429-B38D-4C5C-B05A-5E1C9890F340}">
      <dgm:prSet/>
      <dgm:spPr/>
      <dgm:t>
        <a:bodyPr/>
        <a:lstStyle/>
        <a:p>
          <a:endParaRPr lang="en-US"/>
        </a:p>
      </dgm:t>
    </dgm:pt>
    <dgm:pt modelId="{0F1ADD2C-46D0-4761-9D56-8CA219274C23}" type="sibTrans" cxnId="{AFFFA429-B38D-4C5C-B05A-5E1C9890F340}">
      <dgm:prSet/>
      <dgm:spPr/>
      <dgm:t>
        <a:bodyPr/>
        <a:lstStyle/>
        <a:p>
          <a:endParaRPr lang="en-US"/>
        </a:p>
      </dgm:t>
    </dgm:pt>
    <dgm:pt modelId="{A987AD07-DE7D-4C0D-A412-2049D20C8058}">
      <dgm:prSet/>
      <dgm:spPr/>
      <dgm:t>
        <a:bodyPr/>
        <a:lstStyle/>
        <a:p>
          <a:r>
            <a:rPr lang="pt-BR" dirty="0"/>
            <a:t>Educação do cliente</a:t>
          </a:r>
          <a:endParaRPr lang="en-US" dirty="0"/>
        </a:p>
      </dgm:t>
    </dgm:pt>
    <dgm:pt modelId="{279D32F1-2986-4306-AE71-6B255A5B1D1E}" type="parTrans" cxnId="{CCD52511-59BD-40AC-A1B9-B791BC3708AD}">
      <dgm:prSet/>
      <dgm:spPr/>
      <dgm:t>
        <a:bodyPr/>
        <a:lstStyle/>
        <a:p>
          <a:endParaRPr lang="en-US"/>
        </a:p>
      </dgm:t>
    </dgm:pt>
    <dgm:pt modelId="{C0998AD5-5356-4F19-9E10-AA0082EEC6C8}" type="sibTrans" cxnId="{CCD52511-59BD-40AC-A1B9-B791BC3708AD}">
      <dgm:prSet/>
      <dgm:spPr/>
      <dgm:t>
        <a:bodyPr/>
        <a:lstStyle/>
        <a:p>
          <a:endParaRPr lang="en-US"/>
        </a:p>
      </dgm:t>
    </dgm:pt>
    <dgm:pt modelId="{21EB3966-6139-4579-9CA5-FCDB66D744DC}">
      <dgm:prSet/>
      <dgm:spPr/>
      <dgm:t>
        <a:bodyPr/>
        <a:lstStyle/>
        <a:p>
          <a:r>
            <a:rPr lang="pt-BR" dirty="0"/>
            <a:t>Foco na realidade do cliente</a:t>
          </a:r>
          <a:endParaRPr lang="en-US" dirty="0"/>
        </a:p>
      </dgm:t>
    </dgm:pt>
    <dgm:pt modelId="{D5E412DE-8805-49F3-91AC-C4593DF6F8D1}" type="parTrans" cxnId="{F45E7546-AEAA-4229-AE80-24E82451D373}">
      <dgm:prSet/>
      <dgm:spPr/>
      <dgm:t>
        <a:bodyPr/>
        <a:lstStyle/>
        <a:p>
          <a:endParaRPr lang="en-US"/>
        </a:p>
      </dgm:t>
    </dgm:pt>
    <dgm:pt modelId="{0AC2D1F5-1332-4DAE-A26B-328EADCE8926}" type="sibTrans" cxnId="{F45E7546-AEAA-4229-AE80-24E82451D373}">
      <dgm:prSet/>
      <dgm:spPr/>
      <dgm:t>
        <a:bodyPr/>
        <a:lstStyle/>
        <a:p>
          <a:endParaRPr lang="en-US"/>
        </a:p>
      </dgm:t>
    </dgm:pt>
    <dgm:pt modelId="{267449BA-6052-48CE-A6E9-2F02B1966DCB}" type="pres">
      <dgm:prSet presAssocID="{AE760199-8C2E-4E64-A57D-9CCF5CBA39D5}" presName="root" presStyleCnt="0">
        <dgm:presLayoutVars>
          <dgm:dir/>
          <dgm:resizeHandles val="exact"/>
        </dgm:presLayoutVars>
      </dgm:prSet>
      <dgm:spPr/>
    </dgm:pt>
    <dgm:pt modelId="{B3669577-3C0D-41DE-BE03-E1AF9348DA78}" type="pres">
      <dgm:prSet presAssocID="{AE760199-8C2E-4E64-A57D-9CCF5CBA39D5}" presName="container" presStyleCnt="0">
        <dgm:presLayoutVars>
          <dgm:dir/>
          <dgm:resizeHandles val="exact"/>
        </dgm:presLayoutVars>
      </dgm:prSet>
      <dgm:spPr/>
    </dgm:pt>
    <dgm:pt modelId="{29606E4D-EFC5-458A-9B74-A53629BF8D94}" type="pres">
      <dgm:prSet presAssocID="{BA82275B-E681-4A1C-B08F-0F72106682FD}" presName="compNode" presStyleCnt="0"/>
      <dgm:spPr/>
    </dgm:pt>
    <dgm:pt modelId="{9CCFB0B2-40E7-4341-BBFE-C49A40DB43B1}" type="pres">
      <dgm:prSet presAssocID="{BA82275B-E681-4A1C-B08F-0F72106682FD}" presName="iconBgRect" presStyleLbl="bgShp" presStyleIdx="0" presStyleCnt="4"/>
      <dgm:spPr/>
    </dgm:pt>
    <dgm:pt modelId="{6228FEA3-DF1D-454E-B015-31AD951B41FA}" type="pres">
      <dgm:prSet presAssocID="{BA82275B-E681-4A1C-B08F-0F72106682F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A6A28366-5144-4023-A734-EFAB375D2ECB}" type="pres">
      <dgm:prSet presAssocID="{BA82275B-E681-4A1C-B08F-0F72106682FD}" presName="spaceRect" presStyleCnt="0"/>
      <dgm:spPr/>
    </dgm:pt>
    <dgm:pt modelId="{6C63500A-4C02-4532-ADCE-7B24866FDDB4}" type="pres">
      <dgm:prSet presAssocID="{BA82275B-E681-4A1C-B08F-0F72106682FD}" presName="textRect" presStyleLbl="revTx" presStyleIdx="0" presStyleCnt="4">
        <dgm:presLayoutVars>
          <dgm:chMax val="1"/>
          <dgm:chPref val="1"/>
        </dgm:presLayoutVars>
      </dgm:prSet>
      <dgm:spPr/>
    </dgm:pt>
    <dgm:pt modelId="{EB753EBE-65C4-4568-AA6B-4DF89A87DB19}" type="pres">
      <dgm:prSet presAssocID="{A38ADB3B-2078-4F2B-B77E-34777D88423B}" presName="sibTrans" presStyleLbl="sibTrans2D1" presStyleIdx="0" presStyleCnt="0"/>
      <dgm:spPr/>
    </dgm:pt>
    <dgm:pt modelId="{36F0261D-FD07-4EA0-97AF-D86500EFAFDA}" type="pres">
      <dgm:prSet presAssocID="{5DD7A32B-F0F4-48EE-8B61-ED5A7AEF9842}" presName="compNode" presStyleCnt="0"/>
      <dgm:spPr/>
    </dgm:pt>
    <dgm:pt modelId="{5CBC69CA-2D6A-4138-B3FB-2D5A00027760}" type="pres">
      <dgm:prSet presAssocID="{5DD7A32B-F0F4-48EE-8B61-ED5A7AEF9842}" presName="iconBgRect" presStyleLbl="bgShp" presStyleIdx="1" presStyleCnt="4"/>
      <dgm:spPr/>
    </dgm:pt>
    <dgm:pt modelId="{B0410383-601A-472F-8FEF-D2C8D1D4BD51}" type="pres">
      <dgm:prSet presAssocID="{5DD7A32B-F0F4-48EE-8B61-ED5A7AEF984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E6DEF56-EF74-471E-AE1A-051D1BB103F5}" type="pres">
      <dgm:prSet presAssocID="{5DD7A32B-F0F4-48EE-8B61-ED5A7AEF9842}" presName="spaceRect" presStyleCnt="0"/>
      <dgm:spPr/>
    </dgm:pt>
    <dgm:pt modelId="{860C48A6-65C8-497F-AFFC-26918A6D6B72}" type="pres">
      <dgm:prSet presAssocID="{5DD7A32B-F0F4-48EE-8B61-ED5A7AEF9842}" presName="textRect" presStyleLbl="revTx" presStyleIdx="1" presStyleCnt="4">
        <dgm:presLayoutVars>
          <dgm:chMax val="1"/>
          <dgm:chPref val="1"/>
        </dgm:presLayoutVars>
      </dgm:prSet>
      <dgm:spPr/>
    </dgm:pt>
    <dgm:pt modelId="{F7FC5903-8FCE-4E48-9FDC-C816D1525D1A}" type="pres">
      <dgm:prSet presAssocID="{0F1ADD2C-46D0-4761-9D56-8CA219274C23}" presName="sibTrans" presStyleLbl="sibTrans2D1" presStyleIdx="0" presStyleCnt="0"/>
      <dgm:spPr/>
    </dgm:pt>
    <dgm:pt modelId="{ECE66F3B-F27D-474A-869B-9B93FAF8523E}" type="pres">
      <dgm:prSet presAssocID="{A987AD07-DE7D-4C0D-A412-2049D20C8058}" presName="compNode" presStyleCnt="0"/>
      <dgm:spPr/>
    </dgm:pt>
    <dgm:pt modelId="{5B10DE18-EEBB-4D7F-9490-624BA6E64139}" type="pres">
      <dgm:prSet presAssocID="{A987AD07-DE7D-4C0D-A412-2049D20C8058}" presName="iconBgRect" presStyleLbl="bgShp" presStyleIdx="2" presStyleCnt="4"/>
      <dgm:spPr/>
    </dgm:pt>
    <dgm:pt modelId="{317EC05A-1981-4858-BA49-444D082364B9}" type="pres">
      <dgm:prSet presAssocID="{A987AD07-DE7D-4C0D-A412-2049D20C805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BB9A335D-4D67-4686-AE35-4739B56E22FC}" type="pres">
      <dgm:prSet presAssocID="{A987AD07-DE7D-4C0D-A412-2049D20C8058}" presName="spaceRect" presStyleCnt="0"/>
      <dgm:spPr/>
    </dgm:pt>
    <dgm:pt modelId="{F6608C82-77D4-4DA8-A5C1-17149D3CD252}" type="pres">
      <dgm:prSet presAssocID="{A987AD07-DE7D-4C0D-A412-2049D20C8058}" presName="textRect" presStyleLbl="revTx" presStyleIdx="2" presStyleCnt="4">
        <dgm:presLayoutVars>
          <dgm:chMax val="1"/>
          <dgm:chPref val="1"/>
        </dgm:presLayoutVars>
      </dgm:prSet>
      <dgm:spPr/>
    </dgm:pt>
    <dgm:pt modelId="{8575B3F4-5015-43DD-9F9D-B39D06DBD515}" type="pres">
      <dgm:prSet presAssocID="{C0998AD5-5356-4F19-9E10-AA0082EEC6C8}" presName="sibTrans" presStyleLbl="sibTrans2D1" presStyleIdx="0" presStyleCnt="0"/>
      <dgm:spPr/>
    </dgm:pt>
    <dgm:pt modelId="{9C58A93E-110D-4C4E-9D98-7C131C3BE87C}" type="pres">
      <dgm:prSet presAssocID="{21EB3966-6139-4579-9CA5-FCDB66D744DC}" presName="compNode" presStyleCnt="0"/>
      <dgm:spPr/>
    </dgm:pt>
    <dgm:pt modelId="{D24FD252-DA4D-4A5C-A34C-D70B912DE5AD}" type="pres">
      <dgm:prSet presAssocID="{21EB3966-6139-4579-9CA5-FCDB66D744DC}" presName="iconBgRect" presStyleLbl="bgShp" presStyleIdx="3" presStyleCnt="4"/>
      <dgm:spPr/>
    </dgm:pt>
    <dgm:pt modelId="{57447D28-8C04-4EDE-925B-40B2D3AD5DB9}" type="pres">
      <dgm:prSet presAssocID="{21EB3966-6139-4579-9CA5-FCDB66D744D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5B91B5-D3E1-4F49-AC31-F429472BBE22}" type="pres">
      <dgm:prSet presAssocID="{21EB3966-6139-4579-9CA5-FCDB66D744DC}" presName="spaceRect" presStyleCnt="0"/>
      <dgm:spPr/>
    </dgm:pt>
    <dgm:pt modelId="{3E204384-5105-45BA-B359-DB67C73D5A38}" type="pres">
      <dgm:prSet presAssocID="{21EB3966-6139-4579-9CA5-FCDB66D744D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CD52511-59BD-40AC-A1B9-B791BC3708AD}" srcId="{AE760199-8C2E-4E64-A57D-9CCF5CBA39D5}" destId="{A987AD07-DE7D-4C0D-A412-2049D20C8058}" srcOrd="2" destOrd="0" parTransId="{279D32F1-2986-4306-AE71-6B255A5B1D1E}" sibTransId="{C0998AD5-5356-4F19-9E10-AA0082EEC6C8}"/>
    <dgm:cxn modelId="{2DA08817-1A0B-412A-9884-9B0C89D9764E}" srcId="{AE760199-8C2E-4E64-A57D-9CCF5CBA39D5}" destId="{BA82275B-E681-4A1C-B08F-0F72106682FD}" srcOrd="0" destOrd="0" parTransId="{282EA88B-0AFD-4DEB-803F-011E1646A57C}" sibTransId="{A38ADB3B-2078-4F2B-B77E-34777D88423B}"/>
    <dgm:cxn modelId="{52DF0E1B-AC5A-4B1F-90A7-9499CC81401D}" type="presOf" srcId="{AE760199-8C2E-4E64-A57D-9CCF5CBA39D5}" destId="{267449BA-6052-48CE-A6E9-2F02B1966DCB}" srcOrd="0" destOrd="0" presId="urn:microsoft.com/office/officeart/2018/2/layout/IconCircleList"/>
    <dgm:cxn modelId="{AFFFA429-B38D-4C5C-B05A-5E1C9890F340}" srcId="{AE760199-8C2E-4E64-A57D-9CCF5CBA39D5}" destId="{5DD7A32B-F0F4-48EE-8B61-ED5A7AEF9842}" srcOrd="1" destOrd="0" parTransId="{87922250-B93A-4B90-BBAE-9B202100BF5E}" sibTransId="{0F1ADD2C-46D0-4761-9D56-8CA219274C23}"/>
    <dgm:cxn modelId="{F8F4822D-0004-45D3-9397-059CFA7E2903}" type="presOf" srcId="{C0998AD5-5356-4F19-9E10-AA0082EEC6C8}" destId="{8575B3F4-5015-43DD-9F9D-B39D06DBD515}" srcOrd="0" destOrd="0" presId="urn:microsoft.com/office/officeart/2018/2/layout/IconCircleList"/>
    <dgm:cxn modelId="{328F9B61-9D44-4D78-977F-DB5ED185D803}" type="presOf" srcId="{5DD7A32B-F0F4-48EE-8B61-ED5A7AEF9842}" destId="{860C48A6-65C8-497F-AFFC-26918A6D6B72}" srcOrd="0" destOrd="0" presId="urn:microsoft.com/office/officeart/2018/2/layout/IconCircleList"/>
    <dgm:cxn modelId="{33282C65-9062-4EE4-9AED-12E9790A7431}" type="presOf" srcId="{BA82275B-E681-4A1C-B08F-0F72106682FD}" destId="{6C63500A-4C02-4532-ADCE-7B24866FDDB4}" srcOrd="0" destOrd="0" presId="urn:microsoft.com/office/officeart/2018/2/layout/IconCircleList"/>
    <dgm:cxn modelId="{F45E7546-AEAA-4229-AE80-24E82451D373}" srcId="{AE760199-8C2E-4E64-A57D-9CCF5CBA39D5}" destId="{21EB3966-6139-4579-9CA5-FCDB66D744DC}" srcOrd="3" destOrd="0" parTransId="{D5E412DE-8805-49F3-91AC-C4593DF6F8D1}" sibTransId="{0AC2D1F5-1332-4DAE-A26B-328EADCE8926}"/>
    <dgm:cxn modelId="{E403C480-D4B4-404D-826E-0AD0A045AED8}" type="presOf" srcId="{A38ADB3B-2078-4F2B-B77E-34777D88423B}" destId="{EB753EBE-65C4-4568-AA6B-4DF89A87DB19}" srcOrd="0" destOrd="0" presId="urn:microsoft.com/office/officeart/2018/2/layout/IconCircleList"/>
    <dgm:cxn modelId="{80AD8B97-D15E-4004-BFAE-181E7828910A}" type="presOf" srcId="{21EB3966-6139-4579-9CA5-FCDB66D744DC}" destId="{3E204384-5105-45BA-B359-DB67C73D5A38}" srcOrd="0" destOrd="0" presId="urn:microsoft.com/office/officeart/2018/2/layout/IconCircleList"/>
    <dgm:cxn modelId="{04C98CE8-EF10-43B8-A38D-C91C5825405B}" type="presOf" srcId="{0F1ADD2C-46D0-4761-9D56-8CA219274C23}" destId="{F7FC5903-8FCE-4E48-9FDC-C816D1525D1A}" srcOrd="0" destOrd="0" presId="urn:microsoft.com/office/officeart/2018/2/layout/IconCircleList"/>
    <dgm:cxn modelId="{463B8CE9-E472-4817-AB53-C82689A91B97}" type="presOf" srcId="{A987AD07-DE7D-4C0D-A412-2049D20C8058}" destId="{F6608C82-77D4-4DA8-A5C1-17149D3CD252}" srcOrd="0" destOrd="0" presId="urn:microsoft.com/office/officeart/2018/2/layout/IconCircleList"/>
    <dgm:cxn modelId="{EB9A601A-0731-4C00-AB00-8D81C9A3FAD0}" type="presParOf" srcId="{267449BA-6052-48CE-A6E9-2F02B1966DCB}" destId="{B3669577-3C0D-41DE-BE03-E1AF9348DA78}" srcOrd="0" destOrd="0" presId="urn:microsoft.com/office/officeart/2018/2/layout/IconCircleList"/>
    <dgm:cxn modelId="{65BDAA6A-D12E-474F-9FE9-F4F23F6A3BC7}" type="presParOf" srcId="{B3669577-3C0D-41DE-BE03-E1AF9348DA78}" destId="{29606E4D-EFC5-458A-9B74-A53629BF8D94}" srcOrd="0" destOrd="0" presId="urn:microsoft.com/office/officeart/2018/2/layout/IconCircleList"/>
    <dgm:cxn modelId="{7ABD08F6-5A90-4F2B-9243-951D27ABFEE8}" type="presParOf" srcId="{29606E4D-EFC5-458A-9B74-A53629BF8D94}" destId="{9CCFB0B2-40E7-4341-BBFE-C49A40DB43B1}" srcOrd="0" destOrd="0" presId="urn:microsoft.com/office/officeart/2018/2/layout/IconCircleList"/>
    <dgm:cxn modelId="{FC735D6D-E1CD-4F9E-AA88-3678B0DCEBC3}" type="presParOf" srcId="{29606E4D-EFC5-458A-9B74-A53629BF8D94}" destId="{6228FEA3-DF1D-454E-B015-31AD951B41FA}" srcOrd="1" destOrd="0" presId="urn:microsoft.com/office/officeart/2018/2/layout/IconCircleList"/>
    <dgm:cxn modelId="{E21E4BBB-0A3D-41B0-BBC6-C0A83EFD1290}" type="presParOf" srcId="{29606E4D-EFC5-458A-9B74-A53629BF8D94}" destId="{A6A28366-5144-4023-A734-EFAB375D2ECB}" srcOrd="2" destOrd="0" presId="urn:microsoft.com/office/officeart/2018/2/layout/IconCircleList"/>
    <dgm:cxn modelId="{21E386C3-CB3D-478F-9CC7-C59304053744}" type="presParOf" srcId="{29606E4D-EFC5-458A-9B74-A53629BF8D94}" destId="{6C63500A-4C02-4532-ADCE-7B24866FDDB4}" srcOrd="3" destOrd="0" presId="urn:microsoft.com/office/officeart/2018/2/layout/IconCircleList"/>
    <dgm:cxn modelId="{238D797A-88D6-46AF-9557-F30A7CEBE27A}" type="presParOf" srcId="{B3669577-3C0D-41DE-BE03-E1AF9348DA78}" destId="{EB753EBE-65C4-4568-AA6B-4DF89A87DB19}" srcOrd="1" destOrd="0" presId="urn:microsoft.com/office/officeart/2018/2/layout/IconCircleList"/>
    <dgm:cxn modelId="{5AE58A28-8E21-4CB6-97EA-8D5253AE70A8}" type="presParOf" srcId="{B3669577-3C0D-41DE-BE03-E1AF9348DA78}" destId="{36F0261D-FD07-4EA0-97AF-D86500EFAFDA}" srcOrd="2" destOrd="0" presId="urn:microsoft.com/office/officeart/2018/2/layout/IconCircleList"/>
    <dgm:cxn modelId="{3BBD4EC9-4E96-478C-8FB1-CC9934B61F87}" type="presParOf" srcId="{36F0261D-FD07-4EA0-97AF-D86500EFAFDA}" destId="{5CBC69CA-2D6A-4138-B3FB-2D5A00027760}" srcOrd="0" destOrd="0" presId="urn:microsoft.com/office/officeart/2018/2/layout/IconCircleList"/>
    <dgm:cxn modelId="{C50401AB-A4FA-4BE6-AB40-64AEE20720F8}" type="presParOf" srcId="{36F0261D-FD07-4EA0-97AF-D86500EFAFDA}" destId="{B0410383-601A-472F-8FEF-D2C8D1D4BD51}" srcOrd="1" destOrd="0" presId="urn:microsoft.com/office/officeart/2018/2/layout/IconCircleList"/>
    <dgm:cxn modelId="{FB1D0E4C-A21D-4E6E-A61F-158865AD4FFB}" type="presParOf" srcId="{36F0261D-FD07-4EA0-97AF-D86500EFAFDA}" destId="{CE6DEF56-EF74-471E-AE1A-051D1BB103F5}" srcOrd="2" destOrd="0" presId="urn:microsoft.com/office/officeart/2018/2/layout/IconCircleList"/>
    <dgm:cxn modelId="{36869AF1-6930-4EF2-B295-ED28338F0395}" type="presParOf" srcId="{36F0261D-FD07-4EA0-97AF-D86500EFAFDA}" destId="{860C48A6-65C8-497F-AFFC-26918A6D6B72}" srcOrd="3" destOrd="0" presId="urn:microsoft.com/office/officeart/2018/2/layout/IconCircleList"/>
    <dgm:cxn modelId="{4CAD05C1-CC21-4BCB-A5DF-F8A15BB3DA53}" type="presParOf" srcId="{B3669577-3C0D-41DE-BE03-E1AF9348DA78}" destId="{F7FC5903-8FCE-4E48-9FDC-C816D1525D1A}" srcOrd="3" destOrd="0" presId="urn:microsoft.com/office/officeart/2018/2/layout/IconCircleList"/>
    <dgm:cxn modelId="{0C88CF2F-E4E9-4F7E-A26F-140CEB8AED6A}" type="presParOf" srcId="{B3669577-3C0D-41DE-BE03-E1AF9348DA78}" destId="{ECE66F3B-F27D-474A-869B-9B93FAF8523E}" srcOrd="4" destOrd="0" presId="urn:microsoft.com/office/officeart/2018/2/layout/IconCircleList"/>
    <dgm:cxn modelId="{DCE7DD12-563E-4AC8-810D-EFE9BD730929}" type="presParOf" srcId="{ECE66F3B-F27D-474A-869B-9B93FAF8523E}" destId="{5B10DE18-EEBB-4D7F-9490-624BA6E64139}" srcOrd="0" destOrd="0" presId="urn:microsoft.com/office/officeart/2018/2/layout/IconCircleList"/>
    <dgm:cxn modelId="{62FA1DD4-0899-4051-8F6F-70D40F96F6C4}" type="presParOf" srcId="{ECE66F3B-F27D-474A-869B-9B93FAF8523E}" destId="{317EC05A-1981-4858-BA49-444D082364B9}" srcOrd="1" destOrd="0" presId="urn:microsoft.com/office/officeart/2018/2/layout/IconCircleList"/>
    <dgm:cxn modelId="{4844D976-F358-4F73-91E5-836A38BE9447}" type="presParOf" srcId="{ECE66F3B-F27D-474A-869B-9B93FAF8523E}" destId="{BB9A335D-4D67-4686-AE35-4739B56E22FC}" srcOrd="2" destOrd="0" presId="urn:microsoft.com/office/officeart/2018/2/layout/IconCircleList"/>
    <dgm:cxn modelId="{B59780E6-7F2D-4EB5-803B-5A3B614E65A2}" type="presParOf" srcId="{ECE66F3B-F27D-474A-869B-9B93FAF8523E}" destId="{F6608C82-77D4-4DA8-A5C1-17149D3CD252}" srcOrd="3" destOrd="0" presId="urn:microsoft.com/office/officeart/2018/2/layout/IconCircleList"/>
    <dgm:cxn modelId="{A4DD1610-7460-4A7D-90AB-D6E2E203E28D}" type="presParOf" srcId="{B3669577-3C0D-41DE-BE03-E1AF9348DA78}" destId="{8575B3F4-5015-43DD-9F9D-B39D06DBD515}" srcOrd="5" destOrd="0" presId="urn:microsoft.com/office/officeart/2018/2/layout/IconCircleList"/>
    <dgm:cxn modelId="{2FB3243E-DBC7-49A5-962C-F81CF4BDBFB5}" type="presParOf" srcId="{B3669577-3C0D-41DE-BE03-E1AF9348DA78}" destId="{9C58A93E-110D-4C4E-9D98-7C131C3BE87C}" srcOrd="6" destOrd="0" presId="urn:microsoft.com/office/officeart/2018/2/layout/IconCircleList"/>
    <dgm:cxn modelId="{F7DFA700-F346-426D-9A3E-C9B8ECE83AFF}" type="presParOf" srcId="{9C58A93E-110D-4C4E-9D98-7C131C3BE87C}" destId="{D24FD252-DA4D-4A5C-A34C-D70B912DE5AD}" srcOrd="0" destOrd="0" presId="urn:microsoft.com/office/officeart/2018/2/layout/IconCircleList"/>
    <dgm:cxn modelId="{32CBBA74-EF64-4FBC-B67B-AE9A490FF306}" type="presParOf" srcId="{9C58A93E-110D-4C4E-9D98-7C131C3BE87C}" destId="{57447D28-8C04-4EDE-925B-40B2D3AD5DB9}" srcOrd="1" destOrd="0" presId="urn:microsoft.com/office/officeart/2018/2/layout/IconCircleList"/>
    <dgm:cxn modelId="{300D3225-E6C9-4EFD-948F-C71D7658C722}" type="presParOf" srcId="{9C58A93E-110D-4C4E-9D98-7C131C3BE87C}" destId="{965B91B5-D3E1-4F49-AC31-F429472BBE22}" srcOrd="2" destOrd="0" presId="urn:microsoft.com/office/officeart/2018/2/layout/IconCircleList"/>
    <dgm:cxn modelId="{8E9CC99D-4A32-4003-BAD8-B400DCF27E8F}" type="presParOf" srcId="{9C58A93E-110D-4C4E-9D98-7C131C3BE87C}" destId="{3E204384-5105-45BA-B359-DB67C73D5A3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14D5B1-1A8D-4D02-8D78-538F70D3B86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7C74A35-A5BE-4CD4-A4D3-4D99ADCBE407}">
      <dgm:prSet/>
      <dgm:spPr/>
      <dgm:t>
        <a:bodyPr/>
        <a:lstStyle/>
        <a:p>
          <a:pPr>
            <a:defRPr cap="all"/>
          </a:pPr>
          <a:r>
            <a:rPr lang="pt-BR"/>
            <a:t>Expectativa criada na venda</a:t>
          </a:r>
          <a:endParaRPr lang="en-US"/>
        </a:p>
      </dgm:t>
    </dgm:pt>
    <dgm:pt modelId="{05B29423-D445-4522-9CA7-8AD55C907215}" type="parTrans" cxnId="{4A8BD4DC-8B57-42A0-94F3-0D0AD436CB1F}">
      <dgm:prSet/>
      <dgm:spPr/>
      <dgm:t>
        <a:bodyPr/>
        <a:lstStyle/>
        <a:p>
          <a:endParaRPr lang="en-US"/>
        </a:p>
      </dgm:t>
    </dgm:pt>
    <dgm:pt modelId="{E618EA45-AC6E-4E13-BE82-F5E301AA5023}" type="sibTrans" cxnId="{4A8BD4DC-8B57-42A0-94F3-0D0AD436CB1F}">
      <dgm:prSet/>
      <dgm:spPr/>
      <dgm:t>
        <a:bodyPr/>
        <a:lstStyle/>
        <a:p>
          <a:endParaRPr lang="en-US"/>
        </a:p>
      </dgm:t>
    </dgm:pt>
    <dgm:pt modelId="{6CA3376E-4070-42D3-8C2D-231F75CEDAC2}">
      <dgm:prSet/>
      <dgm:spPr/>
      <dgm:t>
        <a:bodyPr/>
        <a:lstStyle/>
        <a:p>
          <a:pPr>
            <a:defRPr cap="all"/>
          </a:pPr>
          <a:r>
            <a:rPr lang="pt-BR"/>
            <a:t>Primeiro valor percebido</a:t>
          </a:r>
          <a:endParaRPr lang="en-US"/>
        </a:p>
      </dgm:t>
    </dgm:pt>
    <dgm:pt modelId="{107CC98F-CD84-48ED-94DB-7965B4352F2E}" type="parTrans" cxnId="{E27B6309-1609-4963-B920-1E762C3E3EC3}">
      <dgm:prSet/>
      <dgm:spPr/>
      <dgm:t>
        <a:bodyPr/>
        <a:lstStyle/>
        <a:p>
          <a:endParaRPr lang="en-US"/>
        </a:p>
      </dgm:t>
    </dgm:pt>
    <dgm:pt modelId="{9BA17571-BE06-4F62-9923-412887726FA9}" type="sibTrans" cxnId="{E27B6309-1609-4963-B920-1E762C3E3EC3}">
      <dgm:prSet/>
      <dgm:spPr/>
      <dgm:t>
        <a:bodyPr/>
        <a:lstStyle/>
        <a:p>
          <a:endParaRPr lang="en-US"/>
        </a:p>
      </dgm:t>
    </dgm:pt>
    <dgm:pt modelId="{BD5A5043-B6D2-4DEA-8F06-DFFD0A4C4A18}">
      <dgm:prSet/>
      <dgm:spPr/>
      <dgm:t>
        <a:bodyPr/>
        <a:lstStyle/>
        <a:p>
          <a:pPr>
            <a:defRPr cap="all"/>
          </a:pPr>
          <a:r>
            <a:rPr lang="pt-BR"/>
            <a:t>Uso recorrente</a:t>
          </a:r>
          <a:endParaRPr lang="en-US"/>
        </a:p>
      </dgm:t>
    </dgm:pt>
    <dgm:pt modelId="{FCB85D30-0EBE-414D-B891-58A33D6E32D5}" type="parTrans" cxnId="{B714C4E9-98DD-4A9C-AE66-1ABF4F044372}">
      <dgm:prSet/>
      <dgm:spPr/>
      <dgm:t>
        <a:bodyPr/>
        <a:lstStyle/>
        <a:p>
          <a:endParaRPr lang="en-US"/>
        </a:p>
      </dgm:t>
    </dgm:pt>
    <dgm:pt modelId="{0474E829-E60E-4210-92F9-B27E712F4AD8}" type="sibTrans" cxnId="{B714C4E9-98DD-4A9C-AE66-1ABF4F044372}">
      <dgm:prSet/>
      <dgm:spPr/>
      <dgm:t>
        <a:bodyPr/>
        <a:lstStyle/>
        <a:p>
          <a:endParaRPr lang="en-US"/>
        </a:p>
      </dgm:t>
    </dgm:pt>
    <dgm:pt modelId="{17F7AABF-A4A1-46D2-8BF0-B4D6176913EA}">
      <dgm:prSet/>
      <dgm:spPr/>
      <dgm:t>
        <a:bodyPr/>
        <a:lstStyle/>
        <a:p>
          <a:pPr>
            <a:defRPr cap="all"/>
          </a:pPr>
          <a:r>
            <a:rPr lang="pt-BR"/>
            <a:t>Resultado alcançado</a:t>
          </a:r>
          <a:endParaRPr lang="en-US"/>
        </a:p>
      </dgm:t>
    </dgm:pt>
    <dgm:pt modelId="{5F205089-0FD8-44CF-9DF9-78076090E589}" type="parTrans" cxnId="{ACCC7CBA-9B42-4E8B-A4C4-24B20F1EB575}">
      <dgm:prSet/>
      <dgm:spPr/>
      <dgm:t>
        <a:bodyPr/>
        <a:lstStyle/>
        <a:p>
          <a:endParaRPr lang="en-US"/>
        </a:p>
      </dgm:t>
    </dgm:pt>
    <dgm:pt modelId="{F094DEC4-CC3B-4442-A858-4BCBCCCFE767}" type="sibTrans" cxnId="{ACCC7CBA-9B42-4E8B-A4C4-24B20F1EB575}">
      <dgm:prSet/>
      <dgm:spPr/>
      <dgm:t>
        <a:bodyPr/>
        <a:lstStyle/>
        <a:p>
          <a:endParaRPr lang="en-US"/>
        </a:p>
      </dgm:t>
    </dgm:pt>
    <dgm:pt modelId="{281F6E24-6345-4DB6-BC64-1A1EB7B761F7}">
      <dgm:prSet/>
      <dgm:spPr/>
      <dgm:t>
        <a:bodyPr/>
        <a:lstStyle/>
        <a:p>
          <a:pPr>
            <a:defRPr cap="all"/>
          </a:pPr>
          <a:r>
            <a:rPr lang="pt-BR"/>
            <a:t>Expansão e indicação</a:t>
          </a:r>
          <a:endParaRPr lang="en-US"/>
        </a:p>
      </dgm:t>
    </dgm:pt>
    <dgm:pt modelId="{C854C271-90BE-49A9-9E4D-79C54C3B42A6}" type="parTrans" cxnId="{18AF7339-80A1-44D8-8031-5508C8F5587B}">
      <dgm:prSet/>
      <dgm:spPr/>
      <dgm:t>
        <a:bodyPr/>
        <a:lstStyle/>
        <a:p>
          <a:endParaRPr lang="en-US"/>
        </a:p>
      </dgm:t>
    </dgm:pt>
    <dgm:pt modelId="{155F3B0F-0E1D-4243-9E92-A0EB9D913BBD}" type="sibTrans" cxnId="{18AF7339-80A1-44D8-8031-5508C8F5587B}">
      <dgm:prSet/>
      <dgm:spPr/>
      <dgm:t>
        <a:bodyPr/>
        <a:lstStyle/>
        <a:p>
          <a:endParaRPr lang="en-US"/>
        </a:p>
      </dgm:t>
    </dgm:pt>
    <dgm:pt modelId="{C49CFC0B-3CB7-4633-B21B-2BCADB56EF31}" type="pres">
      <dgm:prSet presAssocID="{1914D5B1-1A8D-4D02-8D78-538F70D3B86E}" presName="root" presStyleCnt="0">
        <dgm:presLayoutVars>
          <dgm:dir/>
          <dgm:resizeHandles val="exact"/>
        </dgm:presLayoutVars>
      </dgm:prSet>
      <dgm:spPr/>
    </dgm:pt>
    <dgm:pt modelId="{31231215-0BC3-43F0-A2A7-8CBBAF07F807}" type="pres">
      <dgm:prSet presAssocID="{E7C74A35-A5BE-4CD4-A4D3-4D99ADCBE407}" presName="compNode" presStyleCnt="0"/>
      <dgm:spPr/>
    </dgm:pt>
    <dgm:pt modelId="{F8EDA8C1-9444-4ABE-911F-A4F396F7C635}" type="pres">
      <dgm:prSet presAssocID="{E7C74A35-A5BE-4CD4-A4D3-4D99ADCBE407}" presName="iconBgRect" presStyleLbl="bgShp" presStyleIdx="0" presStyleCnt="5"/>
      <dgm:spPr/>
    </dgm:pt>
    <dgm:pt modelId="{E4922141-0572-41AC-8844-E5AAD4565433}" type="pres">
      <dgm:prSet presAssocID="{E7C74A35-A5BE-4CD4-A4D3-4D99ADCBE40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DA0F513A-3FE7-49CA-923D-ABE14F4E5886}" type="pres">
      <dgm:prSet presAssocID="{E7C74A35-A5BE-4CD4-A4D3-4D99ADCBE407}" presName="spaceRect" presStyleCnt="0"/>
      <dgm:spPr/>
    </dgm:pt>
    <dgm:pt modelId="{724DD3DB-0E90-4B87-A829-B775717F349C}" type="pres">
      <dgm:prSet presAssocID="{E7C74A35-A5BE-4CD4-A4D3-4D99ADCBE407}" presName="textRect" presStyleLbl="revTx" presStyleIdx="0" presStyleCnt="5">
        <dgm:presLayoutVars>
          <dgm:chMax val="1"/>
          <dgm:chPref val="1"/>
        </dgm:presLayoutVars>
      </dgm:prSet>
      <dgm:spPr/>
    </dgm:pt>
    <dgm:pt modelId="{7A3C4FFC-2182-4719-B25E-592CCBDD620B}" type="pres">
      <dgm:prSet presAssocID="{E618EA45-AC6E-4E13-BE82-F5E301AA5023}" presName="sibTrans" presStyleCnt="0"/>
      <dgm:spPr/>
    </dgm:pt>
    <dgm:pt modelId="{84A10430-9B4D-49DA-9D9B-83A7AD15C26F}" type="pres">
      <dgm:prSet presAssocID="{6CA3376E-4070-42D3-8C2D-231F75CEDAC2}" presName="compNode" presStyleCnt="0"/>
      <dgm:spPr/>
    </dgm:pt>
    <dgm:pt modelId="{70136D84-BFB8-43CD-AA36-F62153F3BB83}" type="pres">
      <dgm:prSet presAssocID="{6CA3376E-4070-42D3-8C2D-231F75CEDAC2}" presName="iconBgRect" presStyleLbl="bgShp" presStyleIdx="1" presStyleCnt="5"/>
      <dgm:spPr/>
    </dgm:pt>
    <dgm:pt modelId="{51FF1D73-7FF6-4A34-B363-DD81FA3C716E}" type="pres">
      <dgm:prSet presAssocID="{6CA3376E-4070-42D3-8C2D-231F75CEDAC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093404E-A1DD-4192-8638-BD44E79F114E}" type="pres">
      <dgm:prSet presAssocID="{6CA3376E-4070-42D3-8C2D-231F75CEDAC2}" presName="spaceRect" presStyleCnt="0"/>
      <dgm:spPr/>
    </dgm:pt>
    <dgm:pt modelId="{4E8ED8E0-BBCB-4796-A13A-46243E25AC27}" type="pres">
      <dgm:prSet presAssocID="{6CA3376E-4070-42D3-8C2D-231F75CEDAC2}" presName="textRect" presStyleLbl="revTx" presStyleIdx="1" presStyleCnt="5">
        <dgm:presLayoutVars>
          <dgm:chMax val="1"/>
          <dgm:chPref val="1"/>
        </dgm:presLayoutVars>
      </dgm:prSet>
      <dgm:spPr/>
    </dgm:pt>
    <dgm:pt modelId="{BA798E89-75E4-486D-9408-46FDF7F5F381}" type="pres">
      <dgm:prSet presAssocID="{9BA17571-BE06-4F62-9923-412887726FA9}" presName="sibTrans" presStyleCnt="0"/>
      <dgm:spPr/>
    </dgm:pt>
    <dgm:pt modelId="{926E0117-1060-4FB3-BED9-E5E1217A0923}" type="pres">
      <dgm:prSet presAssocID="{BD5A5043-B6D2-4DEA-8F06-DFFD0A4C4A18}" presName="compNode" presStyleCnt="0"/>
      <dgm:spPr/>
    </dgm:pt>
    <dgm:pt modelId="{43807C6A-2D65-432F-B260-23B1B0219652}" type="pres">
      <dgm:prSet presAssocID="{BD5A5043-B6D2-4DEA-8F06-DFFD0A4C4A18}" presName="iconBgRect" presStyleLbl="bgShp" presStyleIdx="2" presStyleCnt="5"/>
      <dgm:spPr/>
    </dgm:pt>
    <dgm:pt modelId="{0FD6C791-91FC-4191-946F-469B0E96DCE8}" type="pres">
      <dgm:prSet presAssocID="{BD5A5043-B6D2-4DEA-8F06-DFFD0A4C4A1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9983FEC1-5D51-4E43-9410-F1F0CFBC74B6}" type="pres">
      <dgm:prSet presAssocID="{BD5A5043-B6D2-4DEA-8F06-DFFD0A4C4A18}" presName="spaceRect" presStyleCnt="0"/>
      <dgm:spPr/>
    </dgm:pt>
    <dgm:pt modelId="{D42DED81-2126-42B7-81B6-7BEFBDF387E3}" type="pres">
      <dgm:prSet presAssocID="{BD5A5043-B6D2-4DEA-8F06-DFFD0A4C4A18}" presName="textRect" presStyleLbl="revTx" presStyleIdx="2" presStyleCnt="5">
        <dgm:presLayoutVars>
          <dgm:chMax val="1"/>
          <dgm:chPref val="1"/>
        </dgm:presLayoutVars>
      </dgm:prSet>
      <dgm:spPr/>
    </dgm:pt>
    <dgm:pt modelId="{CD83462D-BF30-4419-866E-4C04676042D6}" type="pres">
      <dgm:prSet presAssocID="{0474E829-E60E-4210-92F9-B27E712F4AD8}" presName="sibTrans" presStyleCnt="0"/>
      <dgm:spPr/>
    </dgm:pt>
    <dgm:pt modelId="{3C307632-8B36-48D3-83BA-D2F205E076D4}" type="pres">
      <dgm:prSet presAssocID="{17F7AABF-A4A1-46D2-8BF0-B4D6176913EA}" presName="compNode" presStyleCnt="0"/>
      <dgm:spPr/>
    </dgm:pt>
    <dgm:pt modelId="{9F68C5B8-8475-4B22-B2DF-7B65A8E6806E}" type="pres">
      <dgm:prSet presAssocID="{17F7AABF-A4A1-46D2-8BF0-B4D6176913EA}" presName="iconBgRect" presStyleLbl="bgShp" presStyleIdx="3" presStyleCnt="5"/>
      <dgm:spPr/>
    </dgm:pt>
    <dgm:pt modelId="{9E79E5BD-5FBA-4367-87B0-F0DD84131256}" type="pres">
      <dgm:prSet presAssocID="{17F7AABF-A4A1-46D2-8BF0-B4D6176913E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D7E6895E-9052-47A9-AA13-BE68410229C0}" type="pres">
      <dgm:prSet presAssocID="{17F7AABF-A4A1-46D2-8BF0-B4D6176913EA}" presName="spaceRect" presStyleCnt="0"/>
      <dgm:spPr/>
    </dgm:pt>
    <dgm:pt modelId="{0A809522-9A85-4666-BCE6-9C55C0D5E6C2}" type="pres">
      <dgm:prSet presAssocID="{17F7AABF-A4A1-46D2-8BF0-B4D6176913EA}" presName="textRect" presStyleLbl="revTx" presStyleIdx="3" presStyleCnt="5">
        <dgm:presLayoutVars>
          <dgm:chMax val="1"/>
          <dgm:chPref val="1"/>
        </dgm:presLayoutVars>
      </dgm:prSet>
      <dgm:spPr/>
    </dgm:pt>
    <dgm:pt modelId="{F95B5727-F3A8-4E43-B83D-EA385A438708}" type="pres">
      <dgm:prSet presAssocID="{F094DEC4-CC3B-4442-A858-4BCBCCCFE767}" presName="sibTrans" presStyleCnt="0"/>
      <dgm:spPr/>
    </dgm:pt>
    <dgm:pt modelId="{3045EB13-A6D4-4398-9D74-FF8F7BF60827}" type="pres">
      <dgm:prSet presAssocID="{281F6E24-6345-4DB6-BC64-1A1EB7B761F7}" presName="compNode" presStyleCnt="0"/>
      <dgm:spPr/>
    </dgm:pt>
    <dgm:pt modelId="{83C645DB-1A12-419E-8F92-2D0DF7E74141}" type="pres">
      <dgm:prSet presAssocID="{281F6E24-6345-4DB6-BC64-1A1EB7B761F7}" presName="iconBgRect" presStyleLbl="bgShp" presStyleIdx="4" presStyleCnt="5"/>
      <dgm:spPr/>
    </dgm:pt>
    <dgm:pt modelId="{653B35BC-987A-412D-8BE1-D7438EF5DAD8}" type="pres">
      <dgm:prSet presAssocID="{281F6E24-6345-4DB6-BC64-1A1EB7B761F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AD7FB5E-A05A-42FD-B37E-0F025982B7C7}" type="pres">
      <dgm:prSet presAssocID="{281F6E24-6345-4DB6-BC64-1A1EB7B761F7}" presName="spaceRect" presStyleCnt="0"/>
      <dgm:spPr/>
    </dgm:pt>
    <dgm:pt modelId="{85DA54B1-73BB-4CD9-9D62-ECCA3CB58839}" type="pres">
      <dgm:prSet presAssocID="{281F6E24-6345-4DB6-BC64-1A1EB7B761F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27B6309-1609-4963-B920-1E762C3E3EC3}" srcId="{1914D5B1-1A8D-4D02-8D78-538F70D3B86E}" destId="{6CA3376E-4070-42D3-8C2D-231F75CEDAC2}" srcOrd="1" destOrd="0" parTransId="{107CC98F-CD84-48ED-94DB-7965B4352F2E}" sibTransId="{9BA17571-BE06-4F62-9923-412887726FA9}"/>
    <dgm:cxn modelId="{7D58DC16-2F28-4C30-B2BA-7178B120D9C6}" type="presOf" srcId="{E7C74A35-A5BE-4CD4-A4D3-4D99ADCBE407}" destId="{724DD3DB-0E90-4B87-A829-B775717F349C}" srcOrd="0" destOrd="0" presId="urn:microsoft.com/office/officeart/2018/5/layout/IconCircleLabelList"/>
    <dgm:cxn modelId="{3D41EE28-2B6B-4C6F-BBE2-BE0AC001E355}" type="presOf" srcId="{1914D5B1-1A8D-4D02-8D78-538F70D3B86E}" destId="{C49CFC0B-3CB7-4633-B21B-2BCADB56EF31}" srcOrd="0" destOrd="0" presId="urn:microsoft.com/office/officeart/2018/5/layout/IconCircleLabelList"/>
    <dgm:cxn modelId="{18AF7339-80A1-44D8-8031-5508C8F5587B}" srcId="{1914D5B1-1A8D-4D02-8D78-538F70D3B86E}" destId="{281F6E24-6345-4DB6-BC64-1A1EB7B761F7}" srcOrd="4" destOrd="0" parTransId="{C854C271-90BE-49A9-9E4D-79C54C3B42A6}" sibTransId="{155F3B0F-0E1D-4243-9E92-A0EB9D913BBD}"/>
    <dgm:cxn modelId="{FE4B1742-AE5D-447F-BB07-CFD389C6B9E4}" type="presOf" srcId="{BD5A5043-B6D2-4DEA-8F06-DFFD0A4C4A18}" destId="{D42DED81-2126-42B7-81B6-7BEFBDF387E3}" srcOrd="0" destOrd="0" presId="urn:microsoft.com/office/officeart/2018/5/layout/IconCircleLabelList"/>
    <dgm:cxn modelId="{43AD0B75-AB0E-49AA-9AED-385B54DEE961}" type="presOf" srcId="{17F7AABF-A4A1-46D2-8BF0-B4D6176913EA}" destId="{0A809522-9A85-4666-BCE6-9C55C0D5E6C2}" srcOrd="0" destOrd="0" presId="urn:microsoft.com/office/officeart/2018/5/layout/IconCircleLabelList"/>
    <dgm:cxn modelId="{0BAEBB83-4EB8-4C35-BA84-7AC507A38FFA}" type="presOf" srcId="{281F6E24-6345-4DB6-BC64-1A1EB7B761F7}" destId="{85DA54B1-73BB-4CD9-9D62-ECCA3CB58839}" srcOrd="0" destOrd="0" presId="urn:microsoft.com/office/officeart/2018/5/layout/IconCircleLabelList"/>
    <dgm:cxn modelId="{ACCC7CBA-9B42-4E8B-A4C4-24B20F1EB575}" srcId="{1914D5B1-1A8D-4D02-8D78-538F70D3B86E}" destId="{17F7AABF-A4A1-46D2-8BF0-B4D6176913EA}" srcOrd="3" destOrd="0" parTransId="{5F205089-0FD8-44CF-9DF9-78076090E589}" sibTransId="{F094DEC4-CC3B-4442-A858-4BCBCCCFE767}"/>
    <dgm:cxn modelId="{E3527BBD-0F50-4845-AC33-3652C0E5D045}" type="presOf" srcId="{6CA3376E-4070-42D3-8C2D-231F75CEDAC2}" destId="{4E8ED8E0-BBCB-4796-A13A-46243E25AC27}" srcOrd="0" destOrd="0" presId="urn:microsoft.com/office/officeart/2018/5/layout/IconCircleLabelList"/>
    <dgm:cxn modelId="{4A8BD4DC-8B57-42A0-94F3-0D0AD436CB1F}" srcId="{1914D5B1-1A8D-4D02-8D78-538F70D3B86E}" destId="{E7C74A35-A5BE-4CD4-A4D3-4D99ADCBE407}" srcOrd="0" destOrd="0" parTransId="{05B29423-D445-4522-9CA7-8AD55C907215}" sibTransId="{E618EA45-AC6E-4E13-BE82-F5E301AA5023}"/>
    <dgm:cxn modelId="{B714C4E9-98DD-4A9C-AE66-1ABF4F044372}" srcId="{1914D5B1-1A8D-4D02-8D78-538F70D3B86E}" destId="{BD5A5043-B6D2-4DEA-8F06-DFFD0A4C4A18}" srcOrd="2" destOrd="0" parTransId="{FCB85D30-0EBE-414D-B891-58A33D6E32D5}" sibTransId="{0474E829-E60E-4210-92F9-B27E712F4AD8}"/>
    <dgm:cxn modelId="{8A78CA0A-112B-4C3A-B594-8421CDB33DD3}" type="presParOf" srcId="{C49CFC0B-3CB7-4633-B21B-2BCADB56EF31}" destId="{31231215-0BC3-43F0-A2A7-8CBBAF07F807}" srcOrd="0" destOrd="0" presId="urn:microsoft.com/office/officeart/2018/5/layout/IconCircleLabelList"/>
    <dgm:cxn modelId="{0046A34C-B07C-487E-A793-7521E8FEC419}" type="presParOf" srcId="{31231215-0BC3-43F0-A2A7-8CBBAF07F807}" destId="{F8EDA8C1-9444-4ABE-911F-A4F396F7C635}" srcOrd="0" destOrd="0" presId="urn:microsoft.com/office/officeart/2018/5/layout/IconCircleLabelList"/>
    <dgm:cxn modelId="{B0D2AD33-0B78-461A-84B0-432AFBE9AE1E}" type="presParOf" srcId="{31231215-0BC3-43F0-A2A7-8CBBAF07F807}" destId="{E4922141-0572-41AC-8844-E5AAD4565433}" srcOrd="1" destOrd="0" presId="urn:microsoft.com/office/officeart/2018/5/layout/IconCircleLabelList"/>
    <dgm:cxn modelId="{9EFD90A8-6016-424B-AE1A-7160EA77693D}" type="presParOf" srcId="{31231215-0BC3-43F0-A2A7-8CBBAF07F807}" destId="{DA0F513A-3FE7-49CA-923D-ABE14F4E5886}" srcOrd="2" destOrd="0" presId="urn:microsoft.com/office/officeart/2018/5/layout/IconCircleLabelList"/>
    <dgm:cxn modelId="{21129681-C703-4A74-9049-621687718099}" type="presParOf" srcId="{31231215-0BC3-43F0-A2A7-8CBBAF07F807}" destId="{724DD3DB-0E90-4B87-A829-B775717F349C}" srcOrd="3" destOrd="0" presId="urn:microsoft.com/office/officeart/2018/5/layout/IconCircleLabelList"/>
    <dgm:cxn modelId="{3392723F-E498-4A17-AC27-E29B061B0176}" type="presParOf" srcId="{C49CFC0B-3CB7-4633-B21B-2BCADB56EF31}" destId="{7A3C4FFC-2182-4719-B25E-592CCBDD620B}" srcOrd="1" destOrd="0" presId="urn:microsoft.com/office/officeart/2018/5/layout/IconCircleLabelList"/>
    <dgm:cxn modelId="{B3F46FCC-D22E-4EBE-ACC3-BDFBEAA7704F}" type="presParOf" srcId="{C49CFC0B-3CB7-4633-B21B-2BCADB56EF31}" destId="{84A10430-9B4D-49DA-9D9B-83A7AD15C26F}" srcOrd="2" destOrd="0" presId="urn:microsoft.com/office/officeart/2018/5/layout/IconCircleLabelList"/>
    <dgm:cxn modelId="{ECD1503C-D9C0-496B-B7E7-C2B02F65E117}" type="presParOf" srcId="{84A10430-9B4D-49DA-9D9B-83A7AD15C26F}" destId="{70136D84-BFB8-43CD-AA36-F62153F3BB83}" srcOrd="0" destOrd="0" presId="urn:microsoft.com/office/officeart/2018/5/layout/IconCircleLabelList"/>
    <dgm:cxn modelId="{DFC8BD76-FD79-4F45-B88F-4695875D6845}" type="presParOf" srcId="{84A10430-9B4D-49DA-9D9B-83A7AD15C26F}" destId="{51FF1D73-7FF6-4A34-B363-DD81FA3C716E}" srcOrd="1" destOrd="0" presId="urn:microsoft.com/office/officeart/2018/5/layout/IconCircleLabelList"/>
    <dgm:cxn modelId="{E7F98725-02B5-4613-A705-E6C691E1E3E3}" type="presParOf" srcId="{84A10430-9B4D-49DA-9D9B-83A7AD15C26F}" destId="{D093404E-A1DD-4192-8638-BD44E79F114E}" srcOrd="2" destOrd="0" presId="urn:microsoft.com/office/officeart/2018/5/layout/IconCircleLabelList"/>
    <dgm:cxn modelId="{ED3C9955-BA6D-45CC-89EE-422AB932217A}" type="presParOf" srcId="{84A10430-9B4D-49DA-9D9B-83A7AD15C26F}" destId="{4E8ED8E0-BBCB-4796-A13A-46243E25AC27}" srcOrd="3" destOrd="0" presId="urn:microsoft.com/office/officeart/2018/5/layout/IconCircleLabelList"/>
    <dgm:cxn modelId="{A16F6294-CE78-4E66-895B-A0EF2033D84A}" type="presParOf" srcId="{C49CFC0B-3CB7-4633-B21B-2BCADB56EF31}" destId="{BA798E89-75E4-486D-9408-46FDF7F5F381}" srcOrd="3" destOrd="0" presId="urn:microsoft.com/office/officeart/2018/5/layout/IconCircleLabelList"/>
    <dgm:cxn modelId="{7433D339-E591-46F7-BF17-71C2362E5D6D}" type="presParOf" srcId="{C49CFC0B-3CB7-4633-B21B-2BCADB56EF31}" destId="{926E0117-1060-4FB3-BED9-E5E1217A0923}" srcOrd="4" destOrd="0" presId="urn:microsoft.com/office/officeart/2018/5/layout/IconCircleLabelList"/>
    <dgm:cxn modelId="{29DCB510-F7B4-498A-8671-76D50D501678}" type="presParOf" srcId="{926E0117-1060-4FB3-BED9-E5E1217A0923}" destId="{43807C6A-2D65-432F-B260-23B1B0219652}" srcOrd="0" destOrd="0" presId="urn:microsoft.com/office/officeart/2018/5/layout/IconCircleLabelList"/>
    <dgm:cxn modelId="{0D8F596E-6559-45F9-B670-FE8F268A48DE}" type="presParOf" srcId="{926E0117-1060-4FB3-BED9-E5E1217A0923}" destId="{0FD6C791-91FC-4191-946F-469B0E96DCE8}" srcOrd="1" destOrd="0" presId="urn:microsoft.com/office/officeart/2018/5/layout/IconCircleLabelList"/>
    <dgm:cxn modelId="{8C4683CB-1C6D-4CAD-A8D2-9764F9901033}" type="presParOf" srcId="{926E0117-1060-4FB3-BED9-E5E1217A0923}" destId="{9983FEC1-5D51-4E43-9410-F1F0CFBC74B6}" srcOrd="2" destOrd="0" presId="urn:microsoft.com/office/officeart/2018/5/layout/IconCircleLabelList"/>
    <dgm:cxn modelId="{4764BB0F-9205-464E-9DD4-E45AC2C2829F}" type="presParOf" srcId="{926E0117-1060-4FB3-BED9-E5E1217A0923}" destId="{D42DED81-2126-42B7-81B6-7BEFBDF387E3}" srcOrd="3" destOrd="0" presId="urn:microsoft.com/office/officeart/2018/5/layout/IconCircleLabelList"/>
    <dgm:cxn modelId="{1BCABAD3-C1C7-44DE-A80B-E8FC0B890445}" type="presParOf" srcId="{C49CFC0B-3CB7-4633-B21B-2BCADB56EF31}" destId="{CD83462D-BF30-4419-866E-4C04676042D6}" srcOrd="5" destOrd="0" presId="urn:microsoft.com/office/officeart/2018/5/layout/IconCircleLabelList"/>
    <dgm:cxn modelId="{E0DFBDE4-892A-45FA-9E69-EB6E9069BC74}" type="presParOf" srcId="{C49CFC0B-3CB7-4633-B21B-2BCADB56EF31}" destId="{3C307632-8B36-48D3-83BA-D2F205E076D4}" srcOrd="6" destOrd="0" presId="urn:microsoft.com/office/officeart/2018/5/layout/IconCircleLabelList"/>
    <dgm:cxn modelId="{414ED2BB-9E3D-4B37-85CB-A53C30EE503C}" type="presParOf" srcId="{3C307632-8B36-48D3-83BA-D2F205E076D4}" destId="{9F68C5B8-8475-4B22-B2DF-7B65A8E6806E}" srcOrd="0" destOrd="0" presId="urn:microsoft.com/office/officeart/2018/5/layout/IconCircleLabelList"/>
    <dgm:cxn modelId="{0CB82162-3821-4837-AB25-BEFA1088FF44}" type="presParOf" srcId="{3C307632-8B36-48D3-83BA-D2F205E076D4}" destId="{9E79E5BD-5FBA-4367-87B0-F0DD84131256}" srcOrd="1" destOrd="0" presId="urn:microsoft.com/office/officeart/2018/5/layout/IconCircleLabelList"/>
    <dgm:cxn modelId="{419CFBFF-3790-4108-9F60-10152BCCF89D}" type="presParOf" srcId="{3C307632-8B36-48D3-83BA-D2F205E076D4}" destId="{D7E6895E-9052-47A9-AA13-BE68410229C0}" srcOrd="2" destOrd="0" presId="urn:microsoft.com/office/officeart/2018/5/layout/IconCircleLabelList"/>
    <dgm:cxn modelId="{BE896EAD-00FB-435A-8605-06346F2E7BAF}" type="presParOf" srcId="{3C307632-8B36-48D3-83BA-D2F205E076D4}" destId="{0A809522-9A85-4666-BCE6-9C55C0D5E6C2}" srcOrd="3" destOrd="0" presId="urn:microsoft.com/office/officeart/2018/5/layout/IconCircleLabelList"/>
    <dgm:cxn modelId="{36D99849-2145-411C-9A0C-A5D3EBD368DD}" type="presParOf" srcId="{C49CFC0B-3CB7-4633-B21B-2BCADB56EF31}" destId="{F95B5727-F3A8-4E43-B83D-EA385A438708}" srcOrd="7" destOrd="0" presId="urn:microsoft.com/office/officeart/2018/5/layout/IconCircleLabelList"/>
    <dgm:cxn modelId="{52AEF8C0-A9FB-41C8-ABEA-CB7276E7665C}" type="presParOf" srcId="{C49CFC0B-3CB7-4633-B21B-2BCADB56EF31}" destId="{3045EB13-A6D4-4398-9D74-FF8F7BF60827}" srcOrd="8" destOrd="0" presId="urn:microsoft.com/office/officeart/2018/5/layout/IconCircleLabelList"/>
    <dgm:cxn modelId="{5E378182-22D1-4FBE-BC24-CFB7566B0CC6}" type="presParOf" srcId="{3045EB13-A6D4-4398-9D74-FF8F7BF60827}" destId="{83C645DB-1A12-419E-8F92-2D0DF7E74141}" srcOrd="0" destOrd="0" presId="urn:microsoft.com/office/officeart/2018/5/layout/IconCircleLabelList"/>
    <dgm:cxn modelId="{A8272AE6-56B9-4646-A7DB-42FFDE40AFB1}" type="presParOf" srcId="{3045EB13-A6D4-4398-9D74-FF8F7BF60827}" destId="{653B35BC-987A-412D-8BE1-D7438EF5DAD8}" srcOrd="1" destOrd="0" presId="urn:microsoft.com/office/officeart/2018/5/layout/IconCircleLabelList"/>
    <dgm:cxn modelId="{81122AF5-78C8-408E-B7D6-56D995D0B10D}" type="presParOf" srcId="{3045EB13-A6D4-4398-9D74-FF8F7BF60827}" destId="{5AD7FB5E-A05A-42FD-B37E-0F025982B7C7}" srcOrd="2" destOrd="0" presId="urn:microsoft.com/office/officeart/2018/5/layout/IconCircleLabelList"/>
    <dgm:cxn modelId="{6E976D88-D3E8-4B61-B1F4-BBCEB13895C3}" type="presParOf" srcId="{3045EB13-A6D4-4398-9D74-FF8F7BF60827}" destId="{85DA54B1-73BB-4CD9-9D62-ECCA3CB588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91B588-D1E1-4F72-88AC-E5144C01468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7F562B-2C9C-4C7A-877C-20AD6A7FE855}">
      <dgm:prSet/>
      <dgm:spPr/>
      <dgm:t>
        <a:bodyPr/>
        <a:lstStyle/>
        <a:p>
          <a:r>
            <a:rPr lang="pt-BR"/>
            <a:t>Conversão</a:t>
          </a:r>
          <a:endParaRPr lang="en-US"/>
        </a:p>
      </dgm:t>
    </dgm:pt>
    <dgm:pt modelId="{26B363E6-A3B5-4096-B68C-88EBC711CF7D}" type="parTrans" cxnId="{31FAD0D5-11D2-49BF-8127-50BFC2B16101}">
      <dgm:prSet/>
      <dgm:spPr/>
      <dgm:t>
        <a:bodyPr/>
        <a:lstStyle/>
        <a:p>
          <a:endParaRPr lang="en-US"/>
        </a:p>
      </dgm:t>
    </dgm:pt>
    <dgm:pt modelId="{9F4EFB63-7069-4EB9-A0FB-EC829BF1A868}" type="sibTrans" cxnId="{31FAD0D5-11D2-49BF-8127-50BFC2B16101}">
      <dgm:prSet/>
      <dgm:spPr/>
      <dgm:t>
        <a:bodyPr/>
        <a:lstStyle/>
        <a:p>
          <a:endParaRPr lang="en-US"/>
        </a:p>
      </dgm:t>
    </dgm:pt>
    <dgm:pt modelId="{77E18F63-6AC3-436F-94F8-471ABA3B1599}">
      <dgm:prSet/>
      <dgm:spPr/>
      <dgm:t>
        <a:bodyPr/>
        <a:lstStyle/>
        <a:p>
          <a:r>
            <a:rPr lang="pt-BR"/>
            <a:t>Churn</a:t>
          </a:r>
          <a:endParaRPr lang="en-US"/>
        </a:p>
      </dgm:t>
    </dgm:pt>
    <dgm:pt modelId="{973653A0-E3B8-4107-AC9D-1849EF183AAE}" type="parTrans" cxnId="{AF4FB37B-8B6F-4205-A939-A798F27C49FE}">
      <dgm:prSet/>
      <dgm:spPr/>
      <dgm:t>
        <a:bodyPr/>
        <a:lstStyle/>
        <a:p>
          <a:endParaRPr lang="en-US"/>
        </a:p>
      </dgm:t>
    </dgm:pt>
    <dgm:pt modelId="{0E9C0DB8-07C2-456B-9EF1-A89FEF817B95}" type="sibTrans" cxnId="{AF4FB37B-8B6F-4205-A939-A798F27C49FE}">
      <dgm:prSet/>
      <dgm:spPr/>
      <dgm:t>
        <a:bodyPr/>
        <a:lstStyle/>
        <a:p>
          <a:endParaRPr lang="en-US"/>
        </a:p>
      </dgm:t>
    </dgm:pt>
    <dgm:pt modelId="{E89EC8EF-8E2C-4CD3-922F-EA9C9397F704}">
      <dgm:prSet/>
      <dgm:spPr/>
      <dgm:t>
        <a:bodyPr/>
        <a:lstStyle/>
        <a:p>
          <a:r>
            <a:rPr lang="pt-BR" dirty="0"/>
            <a:t>Retenção</a:t>
          </a:r>
          <a:endParaRPr lang="en-US" dirty="0"/>
        </a:p>
      </dgm:t>
    </dgm:pt>
    <dgm:pt modelId="{C6407F8D-8C02-4694-BC16-7BA1E2DA32DC}" type="parTrans" cxnId="{7A44BAE7-BC5D-4FC8-ACE7-2F5ECCA1C792}">
      <dgm:prSet/>
      <dgm:spPr/>
      <dgm:t>
        <a:bodyPr/>
        <a:lstStyle/>
        <a:p>
          <a:endParaRPr lang="en-US"/>
        </a:p>
      </dgm:t>
    </dgm:pt>
    <dgm:pt modelId="{54A0C1F1-E0C4-40D2-A338-636F3A62D17A}" type="sibTrans" cxnId="{7A44BAE7-BC5D-4FC8-ACE7-2F5ECCA1C792}">
      <dgm:prSet/>
      <dgm:spPr/>
      <dgm:t>
        <a:bodyPr/>
        <a:lstStyle/>
        <a:p>
          <a:endParaRPr lang="en-US"/>
        </a:p>
      </dgm:t>
    </dgm:pt>
    <dgm:pt modelId="{DAA59B0B-0F2E-4D1C-8219-CE03B609830A}">
      <dgm:prSet/>
      <dgm:spPr/>
      <dgm:t>
        <a:bodyPr/>
        <a:lstStyle/>
        <a:p>
          <a:r>
            <a:rPr lang="pt-BR" dirty="0"/>
            <a:t>LTV</a:t>
          </a:r>
          <a:endParaRPr lang="en-US" dirty="0"/>
        </a:p>
      </dgm:t>
    </dgm:pt>
    <dgm:pt modelId="{B601B891-6C9C-40C0-9835-A1E033AEB1EC}" type="parTrans" cxnId="{1041E869-FC4D-4977-A4A3-A686D6033E4C}">
      <dgm:prSet/>
      <dgm:spPr/>
      <dgm:t>
        <a:bodyPr/>
        <a:lstStyle/>
        <a:p>
          <a:endParaRPr lang="en-US"/>
        </a:p>
      </dgm:t>
    </dgm:pt>
    <dgm:pt modelId="{50DEBF2A-3A0D-46E7-BD43-9B5580231B6D}" type="sibTrans" cxnId="{1041E869-FC4D-4977-A4A3-A686D6033E4C}">
      <dgm:prSet/>
      <dgm:spPr/>
      <dgm:t>
        <a:bodyPr/>
        <a:lstStyle/>
        <a:p>
          <a:endParaRPr lang="en-US"/>
        </a:p>
      </dgm:t>
    </dgm:pt>
    <dgm:pt modelId="{92687D25-5C03-44CE-BD18-19793A822A2A}">
      <dgm:prSet/>
      <dgm:spPr/>
      <dgm:t>
        <a:bodyPr/>
        <a:lstStyle/>
        <a:p>
          <a:r>
            <a:rPr lang="pt-BR"/>
            <a:t>Satisfação do cliente</a:t>
          </a:r>
          <a:endParaRPr lang="en-US"/>
        </a:p>
      </dgm:t>
    </dgm:pt>
    <dgm:pt modelId="{C518DA0D-A39B-4AE3-8513-44C3E0FC242D}" type="parTrans" cxnId="{2BB65A9B-EA4E-4FA4-AC97-DA037EBE4F47}">
      <dgm:prSet/>
      <dgm:spPr/>
      <dgm:t>
        <a:bodyPr/>
        <a:lstStyle/>
        <a:p>
          <a:endParaRPr lang="en-US"/>
        </a:p>
      </dgm:t>
    </dgm:pt>
    <dgm:pt modelId="{B27EE835-BD57-4C73-8F04-EE095175E30D}" type="sibTrans" cxnId="{2BB65A9B-EA4E-4FA4-AC97-DA037EBE4F47}">
      <dgm:prSet/>
      <dgm:spPr/>
      <dgm:t>
        <a:bodyPr/>
        <a:lstStyle/>
        <a:p>
          <a:endParaRPr lang="en-US"/>
        </a:p>
      </dgm:t>
    </dgm:pt>
    <dgm:pt modelId="{5DFDC4F9-2AD4-41EC-A45C-FCBADA4809E8}">
      <dgm:prSet/>
      <dgm:spPr/>
      <dgm:t>
        <a:bodyPr/>
        <a:lstStyle/>
        <a:p>
          <a:r>
            <a:rPr lang="pt-BR"/>
            <a:t>Receita</a:t>
          </a:r>
          <a:endParaRPr lang="en-US"/>
        </a:p>
      </dgm:t>
    </dgm:pt>
    <dgm:pt modelId="{7CFCA570-C3B6-46C1-A2F2-C7D6A10AE609}" type="parTrans" cxnId="{F09B5199-6A19-4548-B0BE-4F6083F2866D}">
      <dgm:prSet/>
      <dgm:spPr/>
      <dgm:t>
        <a:bodyPr/>
        <a:lstStyle/>
        <a:p>
          <a:endParaRPr lang="en-US"/>
        </a:p>
      </dgm:t>
    </dgm:pt>
    <dgm:pt modelId="{EF4C0EA3-CD2D-432E-B87F-755A4AF1F485}" type="sibTrans" cxnId="{F09B5199-6A19-4548-B0BE-4F6083F2866D}">
      <dgm:prSet/>
      <dgm:spPr/>
      <dgm:t>
        <a:bodyPr/>
        <a:lstStyle/>
        <a:p>
          <a:endParaRPr lang="en-US"/>
        </a:p>
      </dgm:t>
    </dgm:pt>
    <dgm:pt modelId="{369AB4F1-7A1D-4753-8BC9-E1CC26D77FCF}">
      <dgm:prSet/>
      <dgm:spPr/>
      <dgm:t>
        <a:bodyPr/>
        <a:lstStyle/>
        <a:p>
          <a:r>
            <a:rPr lang="pt-BR"/>
            <a:t>Up-sell</a:t>
          </a:r>
          <a:endParaRPr lang="en-US"/>
        </a:p>
      </dgm:t>
    </dgm:pt>
    <dgm:pt modelId="{4BCE95AA-F001-44CE-AF3D-6681104EECB3}" type="parTrans" cxnId="{F3B5E7F5-36C0-482D-B7DE-5D545BF45568}">
      <dgm:prSet/>
      <dgm:spPr/>
      <dgm:t>
        <a:bodyPr/>
        <a:lstStyle/>
        <a:p>
          <a:endParaRPr lang="en-US"/>
        </a:p>
      </dgm:t>
    </dgm:pt>
    <dgm:pt modelId="{2A278CD4-8762-4AE1-869D-847521A97E96}" type="sibTrans" cxnId="{F3B5E7F5-36C0-482D-B7DE-5D545BF45568}">
      <dgm:prSet/>
      <dgm:spPr/>
      <dgm:t>
        <a:bodyPr/>
        <a:lstStyle/>
        <a:p>
          <a:endParaRPr lang="en-US"/>
        </a:p>
      </dgm:t>
    </dgm:pt>
    <dgm:pt modelId="{2E74391E-BC3A-4C8E-9DF1-3574C0355D3B}">
      <dgm:prSet/>
      <dgm:spPr/>
      <dgm:t>
        <a:bodyPr/>
        <a:lstStyle/>
        <a:p>
          <a:r>
            <a:rPr lang="pt-BR"/>
            <a:t>Cross-sell</a:t>
          </a:r>
          <a:endParaRPr lang="en-US"/>
        </a:p>
      </dgm:t>
    </dgm:pt>
    <dgm:pt modelId="{C649177B-F44F-46FB-8860-C5C1A60511A3}" type="parTrans" cxnId="{C94C4399-D0A9-4B1B-9FE6-1E85550DBDCC}">
      <dgm:prSet/>
      <dgm:spPr/>
      <dgm:t>
        <a:bodyPr/>
        <a:lstStyle/>
        <a:p>
          <a:endParaRPr lang="en-US"/>
        </a:p>
      </dgm:t>
    </dgm:pt>
    <dgm:pt modelId="{BE56404D-EF2E-46C3-A9BB-B733C5BA2E95}" type="sibTrans" cxnId="{C94C4399-D0A9-4B1B-9FE6-1E85550DBDCC}">
      <dgm:prSet/>
      <dgm:spPr/>
      <dgm:t>
        <a:bodyPr/>
        <a:lstStyle/>
        <a:p>
          <a:endParaRPr lang="en-US"/>
        </a:p>
      </dgm:t>
    </dgm:pt>
    <dgm:pt modelId="{80D441A0-AE4C-4703-9F54-E078E21BE4A7}" type="pres">
      <dgm:prSet presAssocID="{E291B588-D1E1-4F72-88AC-E5144C014687}" presName="diagram" presStyleCnt="0">
        <dgm:presLayoutVars>
          <dgm:dir/>
          <dgm:resizeHandles val="exact"/>
        </dgm:presLayoutVars>
      </dgm:prSet>
      <dgm:spPr/>
    </dgm:pt>
    <dgm:pt modelId="{3543E106-5C94-4BE3-8A78-FB6666FC35DD}" type="pres">
      <dgm:prSet presAssocID="{CC7F562B-2C9C-4C7A-877C-20AD6A7FE855}" presName="node" presStyleLbl="node1" presStyleIdx="0" presStyleCnt="8">
        <dgm:presLayoutVars>
          <dgm:bulletEnabled val="1"/>
        </dgm:presLayoutVars>
      </dgm:prSet>
      <dgm:spPr/>
    </dgm:pt>
    <dgm:pt modelId="{20591B22-1658-4139-9D1C-BDDF3F67633B}" type="pres">
      <dgm:prSet presAssocID="{9F4EFB63-7069-4EB9-A0FB-EC829BF1A868}" presName="sibTrans" presStyleCnt="0"/>
      <dgm:spPr/>
    </dgm:pt>
    <dgm:pt modelId="{7098384E-F162-4CFC-A6F1-B70C22FDB1A8}" type="pres">
      <dgm:prSet presAssocID="{77E18F63-6AC3-436F-94F8-471ABA3B1599}" presName="node" presStyleLbl="node1" presStyleIdx="1" presStyleCnt="8">
        <dgm:presLayoutVars>
          <dgm:bulletEnabled val="1"/>
        </dgm:presLayoutVars>
      </dgm:prSet>
      <dgm:spPr/>
    </dgm:pt>
    <dgm:pt modelId="{BC44173D-E062-476A-8585-369DCA80689D}" type="pres">
      <dgm:prSet presAssocID="{0E9C0DB8-07C2-456B-9EF1-A89FEF817B95}" presName="sibTrans" presStyleCnt="0"/>
      <dgm:spPr/>
    </dgm:pt>
    <dgm:pt modelId="{733338B6-7D7E-400E-ABE1-B4234F00ED73}" type="pres">
      <dgm:prSet presAssocID="{E89EC8EF-8E2C-4CD3-922F-EA9C9397F704}" presName="node" presStyleLbl="node1" presStyleIdx="2" presStyleCnt="8">
        <dgm:presLayoutVars>
          <dgm:bulletEnabled val="1"/>
        </dgm:presLayoutVars>
      </dgm:prSet>
      <dgm:spPr/>
    </dgm:pt>
    <dgm:pt modelId="{A04803E7-2425-43B0-AE48-7FE290D0B38E}" type="pres">
      <dgm:prSet presAssocID="{54A0C1F1-E0C4-40D2-A338-636F3A62D17A}" presName="sibTrans" presStyleCnt="0"/>
      <dgm:spPr/>
    </dgm:pt>
    <dgm:pt modelId="{A0C2F428-511D-4076-9A35-55581C82F2EA}" type="pres">
      <dgm:prSet presAssocID="{DAA59B0B-0F2E-4D1C-8219-CE03B609830A}" presName="node" presStyleLbl="node1" presStyleIdx="3" presStyleCnt="8">
        <dgm:presLayoutVars>
          <dgm:bulletEnabled val="1"/>
        </dgm:presLayoutVars>
      </dgm:prSet>
      <dgm:spPr/>
    </dgm:pt>
    <dgm:pt modelId="{91CB2093-A598-4EA9-A042-52212924489F}" type="pres">
      <dgm:prSet presAssocID="{50DEBF2A-3A0D-46E7-BD43-9B5580231B6D}" presName="sibTrans" presStyleCnt="0"/>
      <dgm:spPr/>
    </dgm:pt>
    <dgm:pt modelId="{FA870EC1-8A89-4EB1-95B0-953E2B5E7A41}" type="pres">
      <dgm:prSet presAssocID="{92687D25-5C03-44CE-BD18-19793A822A2A}" presName="node" presStyleLbl="node1" presStyleIdx="4" presStyleCnt="8">
        <dgm:presLayoutVars>
          <dgm:bulletEnabled val="1"/>
        </dgm:presLayoutVars>
      </dgm:prSet>
      <dgm:spPr/>
    </dgm:pt>
    <dgm:pt modelId="{C66BB6A6-3E04-4E96-8277-EA7F1F7763E9}" type="pres">
      <dgm:prSet presAssocID="{B27EE835-BD57-4C73-8F04-EE095175E30D}" presName="sibTrans" presStyleCnt="0"/>
      <dgm:spPr/>
    </dgm:pt>
    <dgm:pt modelId="{B7C096C6-C8C4-4676-A9E5-D1C3C186BA86}" type="pres">
      <dgm:prSet presAssocID="{5DFDC4F9-2AD4-41EC-A45C-FCBADA4809E8}" presName="node" presStyleLbl="node1" presStyleIdx="5" presStyleCnt="8">
        <dgm:presLayoutVars>
          <dgm:bulletEnabled val="1"/>
        </dgm:presLayoutVars>
      </dgm:prSet>
      <dgm:spPr/>
    </dgm:pt>
    <dgm:pt modelId="{EA7AF768-1473-4009-8D28-8FA3EB056F91}" type="pres">
      <dgm:prSet presAssocID="{EF4C0EA3-CD2D-432E-B87F-755A4AF1F485}" presName="sibTrans" presStyleCnt="0"/>
      <dgm:spPr/>
    </dgm:pt>
    <dgm:pt modelId="{61E187DF-181D-41BF-BC70-140486DF08B7}" type="pres">
      <dgm:prSet presAssocID="{369AB4F1-7A1D-4753-8BC9-E1CC26D77FCF}" presName="node" presStyleLbl="node1" presStyleIdx="6" presStyleCnt="8">
        <dgm:presLayoutVars>
          <dgm:bulletEnabled val="1"/>
        </dgm:presLayoutVars>
      </dgm:prSet>
      <dgm:spPr/>
    </dgm:pt>
    <dgm:pt modelId="{CC6DE49E-6051-43E7-90BC-82E9BF53E7AB}" type="pres">
      <dgm:prSet presAssocID="{2A278CD4-8762-4AE1-869D-847521A97E96}" presName="sibTrans" presStyleCnt="0"/>
      <dgm:spPr/>
    </dgm:pt>
    <dgm:pt modelId="{A1D6C204-9C3A-4830-802D-E8F57A0C9BA1}" type="pres">
      <dgm:prSet presAssocID="{2E74391E-BC3A-4C8E-9DF1-3574C0355D3B}" presName="node" presStyleLbl="node1" presStyleIdx="7" presStyleCnt="8">
        <dgm:presLayoutVars>
          <dgm:bulletEnabled val="1"/>
        </dgm:presLayoutVars>
      </dgm:prSet>
      <dgm:spPr/>
    </dgm:pt>
  </dgm:ptLst>
  <dgm:cxnLst>
    <dgm:cxn modelId="{EB2D190A-F09B-4C04-BE4F-F545F8241B47}" type="presOf" srcId="{77E18F63-6AC3-436F-94F8-471ABA3B1599}" destId="{7098384E-F162-4CFC-A6F1-B70C22FDB1A8}" srcOrd="0" destOrd="0" presId="urn:microsoft.com/office/officeart/2005/8/layout/default"/>
    <dgm:cxn modelId="{7F63A025-2BBB-4F9C-BA68-AAC647535B72}" type="presOf" srcId="{92687D25-5C03-44CE-BD18-19793A822A2A}" destId="{FA870EC1-8A89-4EB1-95B0-953E2B5E7A41}" srcOrd="0" destOrd="0" presId="urn:microsoft.com/office/officeart/2005/8/layout/default"/>
    <dgm:cxn modelId="{4C97933C-D830-4212-AE29-B2D243DE9BB7}" type="presOf" srcId="{369AB4F1-7A1D-4753-8BC9-E1CC26D77FCF}" destId="{61E187DF-181D-41BF-BC70-140486DF08B7}" srcOrd="0" destOrd="0" presId="urn:microsoft.com/office/officeart/2005/8/layout/default"/>
    <dgm:cxn modelId="{1041E869-FC4D-4977-A4A3-A686D6033E4C}" srcId="{E291B588-D1E1-4F72-88AC-E5144C014687}" destId="{DAA59B0B-0F2E-4D1C-8219-CE03B609830A}" srcOrd="3" destOrd="0" parTransId="{B601B891-6C9C-40C0-9835-A1E033AEB1EC}" sibTransId="{50DEBF2A-3A0D-46E7-BD43-9B5580231B6D}"/>
    <dgm:cxn modelId="{CBCC0C6F-25E7-42F2-9D7E-4F69CD456C74}" type="presOf" srcId="{E291B588-D1E1-4F72-88AC-E5144C014687}" destId="{80D441A0-AE4C-4703-9F54-E078E21BE4A7}" srcOrd="0" destOrd="0" presId="urn:microsoft.com/office/officeart/2005/8/layout/default"/>
    <dgm:cxn modelId="{AF4FB37B-8B6F-4205-A939-A798F27C49FE}" srcId="{E291B588-D1E1-4F72-88AC-E5144C014687}" destId="{77E18F63-6AC3-436F-94F8-471ABA3B1599}" srcOrd="1" destOrd="0" parTransId="{973653A0-E3B8-4107-AC9D-1849EF183AAE}" sibTransId="{0E9C0DB8-07C2-456B-9EF1-A89FEF817B95}"/>
    <dgm:cxn modelId="{D065BF8F-3A79-4579-8A8E-C72F4EC4497B}" type="presOf" srcId="{E89EC8EF-8E2C-4CD3-922F-EA9C9397F704}" destId="{733338B6-7D7E-400E-ABE1-B4234F00ED73}" srcOrd="0" destOrd="0" presId="urn:microsoft.com/office/officeart/2005/8/layout/default"/>
    <dgm:cxn modelId="{C94C4399-D0A9-4B1B-9FE6-1E85550DBDCC}" srcId="{E291B588-D1E1-4F72-88AC-E5144C014687}" destId="{2E74391E-BC3A-4C8E-9DF1-3574C0355D3B}" srcOrd="7" destOrd="0" parTransId="{C649177B-F44F-46FB-8860-C5C1A60511A3}" sibTransId="{BE56404D-EF2E-46C3-A9BB-B733C5BA2E95}"/>
    <dgm:cxn modelId="{F09B5199-6A19-4548-B0BE-4F6083F2866D}" srcId="{E291B588-D1E1-4F72-88AC-E5144C014687}" destId="{5DFDC4F9-2AD4-41EC-A45C-FCBADA4809E8}" srcOrd="5" destOrd="0" parTransId="{7CFCA570-C3B6-46C1-A2F2-C7D6A10AE609}" sibTransId="{EF4C0EA3-CD2D-432E-B87F-755A4AF1F485}"/>
    <dgm:cxn modelId="{2BB65A9B-EA4E-4FA4-AC97-DA037EBE4F47}" srcId="{E291B588-D1E1-4F72-88AC-E5144C014687}" destId="{92687D25-5C03-44CE-BD18-19793A822A2A}" srcOrd="4" destOrd="0" parTransId="{C518DA0D-A39B-4AE3-8513-44C3E0FC242D}" sibTransId="{B27EE835-BD57-4C73-8F04-EE095175E30D}"/>
    <dgm:cxn modelId="{30FD44C2-E613-42E3-92D7-C3816BD3863F}" type="presOf" srcId="{CC7F562B-2C9C-4C7A-877C-20AD6A7FE855}" destId="{3543E106-5C94-4BE3-8A78-FB6666FC35DD}" srcOrd="0" destOrd="0" presId="urn:microsoft.com/office/officeart/2005/8/layout/default"/>
    <dgm:cxn modelId="{31FAD0D5-11D2-49BF-8127-50BFC2B16101}" srcId="{E291B588-D1E1-4F72-88AC-E5144C014687}" destId="{CC7F562B-2C9C-4C7A-877C-20AD6A7FE855}" srcOrd="0" destOrd="0" parTransId="{26B363E6-A3B5-4096-B68C-88EBC711CF7D}" sibTransId="{9F4EFB63-7069-4EB9-A0FB-EC829BF1A868}"/>
    <dgm:cxn modelId="{C9847CD8-3169-4A42-B55F-334A5269931E}" type="presOf" srcId="{2E74391E-BC3A-4C8E-9DF1-3574C0355D3B}" destId="{A1D6C204-9C3A-4830-802D-E8F57A0C9BA1}" srcOrd="0" destOrd="0" presId="urn:microsoft.com/office/officeart/2005/8/layout/default"/>
    <dgm:cxn modelId="{9F8C1ADD-CAB3-4B4B-B37E-9A0FFC36F383}" type="presOf" srcId="{DAA59B0B-0F2E-4D1C-8219-CE03B609830A}" destId="{A0C2F428-511D-4076-9A35-55581C82F2EA}" srcOrd="0" destOrd="0" presId="urn:microsoft.com/office/officeart/2005/8/layout/default"/>
    <dgm:cxn modelId="{7A44BAE7-BC5D-4FC8-ACE7-2F5ECCA1C792}" srcId="{E291B588-D1E1-4F72-88AC-E5144C014687}" destId="{E89EC8EF-8E2C-4CD3-922F-EA9C9397F704}" srcOrd="2" destOrd="0" parTransId="{C6407F8D-8C02-4694-BC16-7BA1E2DA32DC}" sibTransId="{54A0C1F1-E0C4-40D2-A338-636F3A62D17A}"/>
    <dgm:cxn modelId="{F3B5E7F5-36C0-482D-B7DE-5D545BF45568}" srcId="{E291B588-D1E1-4F72-88AC-E5144C014687}" destId="{369AB4F1-7A1D-4753-8BC9-E1CC26D77FCF}" srcOrd="6" destOrd="0" parTransId="{4BCE95AA-F001-44CE-AF3D-6681104EECB3}" sibTransId="{2A278CD4-8762-4AE1-869D-847521A97E96}"/>
    <dgm:cxn modelId="{9D8623F9-1FCA-4378-BFAA-A3EF68BC77C0}" type="presOf" srcId="{5DFDC4F9-2AD4-41EC-A45C-FCBADA4809E8}" destId="{B7C096C6-C8C4-4676-A9E5-D1C3C186BA86}" srcOrd="0" destOrd="0" presId="urn:microsoft.com/office/officeart/2005/8/layout/default"/>
    <dgm:cxn modelId="{70682155-CC71-4AA8-8E67-70F2096B96E4}" type="presParOf" srcId="{80D441A0-AE4C-4703-9F54-E078E21BE4A7}" destId="{3543E106-5C94-4BE3-8A78-FB6666FC35DD}" srcOrd="0" destOrd="0" presId="urn:microsoft.com/office/officeart/2005/8/layout/default"/>
    <dgm:cxn modelId="{C5DCF957-B49D-48DA-86DA-3916B139253D}" type="presParOf" srcId="{80D441A0-AE4C-4703-9F54-E078E21BE4A7}" destId="{20591B22-1658-4139-9D1C-BDDF3F67633B}" srcOrd="1" destOrd="0" presId="urn:microsoft.com/office/officeart/2005/8/layout/default"/>
    <dgm:cxn modelId="{20F6816D-8D8D-46FE-AAC1-454CB504980F}" type="presParOf" srcId="{80D441A0-AE4C-4703-9F54-E078E21BE4A7}" destId="{7098384E-F162-4CFC-A6F1-B70C22FDB1A8}" srcOrd="2" destOrd="0" presId="urn:microsoft.com/office/officeart/2005/8/layout/default"/>
    <dgm:cxn modelId="{8DD0BE73-A77C-4DD1-AD17-CEE00537A2A4}" type="presParOf" srcId="{80D441A0-AE4C-4703-9F54-E078E21BE4A7}" destId="{BC44173D-E062-476A-8585-369DCA80689D}" srcOrd="3" destOrd="0" presId="urn:microsoft.com/office/officeart/2005/8/layout/default"/>
    <dgm:cxn modelId="{B75F4F16-7AA4-4D1B-B9DE-C19EB49861E3}" type="presParOf" srcId="{80D441A0-AE4C-4703-9F54-E078E21BE4A7}" destId="{733338B6-7D7E-400E-ABE1-B4234F00ED73}" srcOrd="4" destOrd="0" presId="urn:microsoft.com/office/officeart/2005/8/layout/default"/>
    <dgm:cxn modelId="{14141801-2C76-45F0-ABEC-62BCEAB0ECCE}" type="presParOf" srcId="{80D441A0-AE4C-4703-9F54-E078E21BE4A7}" destId="{A04803E7-2425-43B0-AE48-7FE290D0B38E}" srcOrd="5" destOrd="0" presId="urn:microsoft.com/office/officeart/2005/8/layout/default"/>
    <dgm:cxn modelId="{3F4A7367-3079-41AD-B089-E0309AE38936}" type="presParOf" srcId="{80D441A0-AE4C-4703-9F54-E078E21BE4A7}" destId="{A0C2F428-511D-4076-9A35-55581C82F2EA}" srcOrd="6" destOrd="0" presId="urn:microsoft.com/office/officeart/2005/8/layout/default"/>
    <dgm:cxn modelId="{007DEBCD-89A8-419E-BDD6-3C3793E665A3}" type="presParOf" srcId="{80D441A0-AE4C-4703-9F54-E078E21BE4A7}" destId="{91CB2093-A598-4EA9-A042-52212924489F}" srcOrd="7" destOrd="0" presId="urn:microsoft.com/office/officeart/2005/8/layout/default"/>
    <dgm:cxn modelId="{F7B1C597-22FD-405A-97C8-ECB4A3DA73B9}" type="presParOf" srcId="{80D441A0-AE4C-4703-9F54-E078E21BE4A7}" destId="{FA870EC1-8A89-4EB1-95B0-953E2B5E7A41}" srcOrd="8" destOrd="0" presId="urn:microsoft.com/office/officeart/2005/8/layout/default"/>
    <dgm:cxn modelId="{B6D7185F-78FD-401D-9DC5-50301CCFA1AE}" type="presParOf" srcId="{80D441A0-AE4C-4703-9F54-E078E21BE4A7}" destId="{C66BB6A6-3E04-4E96-8277-EA7F1F7763E9}" srcOrd="9" destOrd="0" presId="urn:microsoft.com/office/officeart/2005/8/layout/default"/>
    <dgm:cxn modelId="{CB081F4D-4B50-4B03-91A6-7F0E1013B1AB}" type="presParOf" srcId="{80D441A0-AE4C-4703-9F54-E078E21BE4A7}" destId="{B7C096C6-C8C4-4676-A9E5-D1C3C186BA86}" srcOrd="10" destOrd="0" presId="urn:microsoft.com/office/officeart/2005/8/layout/default"/>
    <dgm:cxn modelId="{641AF15B-DCEC-4F0C-974C-681B80F2E4DB}" type="presParOf" srcId="{80D441A0-AE4C-4703-9F54-E078E21BE4A7}" destId="{EA7AF768-1473-4009-8D28-8FA3EB056F91}" srcOrd="11" destOrd="0" presId="urn:microsoft.com/office/officeart/2005/8/layout/default"/>
    <dgm:cxn modelId="{77652A6A-FDA9-4447-94CE-292A92495707}" type="presParOf" srcId="{80D441A0-AE4C-4703-9F54-E078E21BE4A7}" destId="{61E187DF-181D-41BF-BC70-140486DF08B7}" srcOrd="12" destOrd="0" presId="urn:microsoft.com/office/officeart/2005/8/layout/default"/>
    <dgm:cxn modelId="{78586231-7439-467C-904E-06B4982B4023}" type="presParOf" srcId="{80D441A0-AE4C-4703-9F54-E078E21BE4A7}" destId="{CC6DE49E-6051-43E7-90BC-82E9BF53E7AB}" srcOrd="13" destOrd="0" presId="urn:microsoft.com/office/officeart/2005/8/layout/default"/>
    <dgm:cxn modelId="{421FE93F-F24E-446B-86F2-5F13DA7DCD02}" type="presParOf" srcId="{80D441A0-AE4C-4703-9F54-E078E21BE4A7}" destId="{A1D6C204-9C3A-4830-802D-E8F57A0C9BA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47B2C85-C688-4900-A5E4-436905DB56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4405866-CBE0-4018-8D7B-489B7B92F8DD}">
      <dgm:prSet/>
      <dgm:spPr/>
      <dgm:t>
        <a:bodyPr/>
        <a:lstStyle/>
        <a:p>
          <a:r>
            <a:rPr lang="pt-BR" dirty="0"/>
            <a:t>S - Situação: "Quais marcas de alimentação infantil você trabalha hoje? Como é o giro dessa categoria?“</a:t>
          </a:r>
          <a:endParaRPr lang="en-US" dirty="0"/>
        </a:p>
      </dgm:t>
    </dgm:pt>
    <dgm:pt modelId="{5E578CB0-FC94-4659-BE36-671E1CA1F8E8}" type="parTrans" cxnId="{CCE1361C-030F-4C91-B8DC-9CC80A2B2A8A}">
      <dgm:prSet/>
      <dgm:spPr/>
      <dgm:t>
        <a:bodyPr/>
        <a:lstStyle/>
        <a:p>
          <a:endParaRPr lang="en-US"/>
        </a:p>
      </dgm:t>
    </dgm:pt>
    <dgm:pt modelId="{E901DE0E-965F-4A25-8658-052EDCB90D8A}" type="sibTrans" cxnId="{CCE1361C-030F-4C91-B8DC-9CC80A2B2A8A}">
      <dgm:prSet/>
      <dgm:spPr/>
      <dgm:t>
        <a:bodyPr/>
        <a:lstStyle/>
        <a:p>
          <a:endParaRPr lang="en-US"/>
        </a:p>
      </dgm:t>
    </dgm:pt>
    <dgm:pt modelId="{9D62E0C4-821B-4B3E-A101-20A0D53C1580}">
      <dgm:prSet/>
      <dgm:spPr/>
      <dgm:t>
        <a:bodyPr/>
        <a:lstStyle/>
        <a:p>
          <a:r>
            <a:rPr lang="pt-BR" dirty="0"/>
            <a:t>P - Problema: "Você sente que os pais reclamam do preço das marcas tradicionais ou da falta de opções saudáveis/práticas?“</a:t>
          </a:r>
          <a:endParaRPr lang="en-US" dirty="0"/>
        </a:p>
      </dgm:t>
    </dgm:pt>
    <dgm:pt modelId="{84D3C460-7FE1-4036-A09E-8A880C05771B}" type="parTrans" cxnId="{98AF3776-94B3-4FF2-9844-C26036F94490}">
      <dgm:prSet/>
      <dgm:spPr/>
      <dgm:t>
        <a:bodyPr/>
        <a:lstStyle/>
        <a:p>
          <a:endParaRPr lang="en-US"/>
        </a:p>
      </dgm:t>
    </dgm:pt>
    <dgm:pt modelId="{2F8CC4AD-E1AF-4806-A932-744A215501D4}" type="sibTrans" cxnId="{98AF3776-94B3-4FF2-9844-C26036F94490}">
      <dgm:prSet/>
      <dgm:spPr/>
      <dgm:t>
        <a:bodyPr/>
        <a:lstStyle/>
        <a:p>
          <a:endParaRPr lang="en-US"/>
        </a:p>
      </dgm:t>
    </dgm:pt>
    <dgm:pt modelId="{E703BD7B-73A8-422E-9834-26B5BCF014B5}">
      <dgm:prSet/>
      <dgm:spPr/>
      <dgm:t>
        <a:bodyPr/>
        <a:lstStyle/>
        <a:p>
          <a:r>
            <a:rPr lang="pt-BR" dirty="0"/>
            <a:t>I - Implicação: "Se você continuar oferecendo apenas o 'mesmo do mesmo', corre o risco de perder essa mãe/pai para o supermercado grande ou para o e-commerce?“</a:t>
          </a:r>
          <a:endParaRPr lang="en-US" dirty="0"/>
        </a:p>
      </dgm:t>
    </dgm:pt>
    <dgm:pt modelId="{5CD6DEED-1258-418D-8447-B2BA7FA2E348}" type="parTrans" cxnId="{0D4D95E8-F464-4982-9164-E81BE8E39274}">
      <dgm:prSet/>
      <dgm:spPr/>
      <dgm:t>
        <a:bodyPr/>
        <a:lstStyle/>
        <a:p>
          <a:endParaRPr lang="en-US"/>
        </a:p>
      </dgm:t>
    </dgm:pt>
    <dgm:pt modelId="{FF0D33DB-288B-4EFB-A6CC-EE3E99F12225}" type="sibTrans" cxnId="{0D4D95E8-F464-4982-9164-E81BE8E39274}">
      <dgm:prSet/>
      <dgm:spPr/>
      <dgm:t>
        <a:bodyPr/>
        <a:lstStyle/>
        <a:p>
          <a:endParaRPr lang="en-US"/>
        </a:p>
      </dgm:t>
    </dgm:pt>
    <dgm:pt modelId="{D769F894-4793-486B-AC64-1571CCF09242}">
      <dgm:prSet/>
      <dgm:spPr/>
      <dgm:t>
        <a:bodyPr/>
        <a:lstStyle/>
        <a:p>
          <a:r>
            <a:rPr lang="pt-BR" dirty="0"/>
            <a:t>N - Necessidade de Solução: "Se você tivesse um produto que não precisa de geladeira, é 100% natural e tem uma margem X%, como isso ajudaria no seu faturamento de final de mês?"</a:t>
          </a:r>
          <a:endParaRPr lang="en-US" dirty="0"/>
        </a:p>
      </dgm:t>
    </dgm:pt>
    <dgm:pt modelId="{38CD31AE-563A-4A92-87F0-58413E58BA46}" type="parTrans" cxnId="{843FAB5A-7F8D-496D-A3FB-B591E1AC685B}">
      <dgm:prSet/>
      <dgm:spPr/>
      <dgm:t>
        <a:bodyPr/>
        <a:lstStyle/>
        <a:p>
          <a:endParaRPr lang="en-US"/>
        </a:p>
      </dgm:t>
    </dgm:pt>
    <dgm:pt modelId="{64228334-986E-45D2-AEC3-2A28DA6541FE}" type="sibTrans" cxnId="{843FAB5A-7F8D-496D-A3FB-B591E1AC685B}">
      <dgm:prSet/>
      <dgm:spPr/>
      <dgm:t>
        <a:bodyPr/>
        <a:lstStyle/>
        <a:p>
          <a:endParaRPr lang="en-US"/>
        </a:p>
      </dgm:t>
    </dgm:pt>
    <dgm:pt modelId="{482C7F87-24C6-4926-8348-E2A533540DD2}" type="pres">
      <dgm:prSet presAssocID="{747B2C85-C688-4900-A5E4-436905DB5662}" presName="root" presStyleCnt="0">
        <dgm:presLayoutVars>
          <dgm:dir/>
          <dgm:resizeHandles val="exact"/>
        </dgm:presLayoutVars>
      </dgm:prSet>
      <dgm:spPr/>
    </dgm:pt>
    <dgm:pt modelId="{5761C9A2-21AD-47C2-9B14-094A78A30CDF}" type="pres">
      <dgm:prSet presAssocID="{C4405866-CBE0-4018-8D7B-489B7B92F8DD}" presName="compNode" presStyleCnt="0"/>
      <dgm:spPr/>
    </dgm:pt>
    <dgm:pt modelId="{2040893D-3D87-43E4-A1BE-9C742EF65478}" type="pres">
      <dgm:prSet presAssocID="{C4405866-CBE0-4018-8D7B-489B7B92F8DD}" presName="bgRect" presStyleLbl="bgShp" presStyleIdx="0" presStyleCnt="4"/>
      <dgm:spPr/>
    </dgm:pt>
    <dgm:pt modelId="{D30393A1-9CE6-4843-9985-3B51D21E8CAC}" type="pres">
      <dgm:prSet presAssocID="{C4405866-CBE0-4018-8D7B-489B7B92F8D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bacate"/>
        </a:ext>
      </dgm:extLst>
    </dgm:pt>
    <dgm:pt modelId="{3C54BF65-EADE-42B5-9D5C-2619C28B6E9D}" type="pres">
      <dgm:prSet presAssocID="{C4405866-CBE0-4018-8D7B-489B7B92F8DD}" presName="spaceRect" presStyleCnt="0"/>
      <dgm:spPr/>
    </dgm:pt>
    <dgm:pt modelId="{81AD8624-84CA-4451-AA21-131C49C36C9F}" type="pres">
      <dgm:prSet presAssocID="{C4405866-CBE0-4018-8D7B-489B7B92F8DD}" presName="parTx" presStyleLbl="revTx" presStyleIdx="0" presStyleCnt="4">
        <dgm:presLayoutVars>
          <dgm:chMax val="0"/>
          <dgm:chPref val="0"/>
        </dgm:presLayoutVars>
      </dgm:prSet>
      <dgm:spPr/>
    </dgm:pt>
    <dgm:pt modelId="{C4307D56-04CD-4D33-A901-3E863C618353}" type="pres">
      <dgm:prSet presAssocID="{E901DE0E-965F-4A25-8658-052EDCB90D8A}" presName="sibTrans" presStyleCnt="0"/>
      <dgm:spPr/>
    </dgm:pt>
    <dgm:pt modelId="{9023A00E-9DEE-4158-A969-2B98C61DC5AB}" type="pres">
      <dgm:prSet presAssocID="{9D62E0C4-821B-4B3E-A101-20A0D53C1580}" presName="compNode" presStyleCnt="0"/>
      <dgm:spPr/>
    </dgm:pt>
    <dgm:pt modelId="{530771CC-48C8-4C4B-AB7F-7D314CE44E32}" type="pres">
      <dgm:prSet presAssocID="{9D62E0C4-821B-4B3E-A101-20A0D53C1580}" presName="bgRect" presStyleLbl="bgShp" presStyleIdx="1" presStyleCnt="4"/>
      <dgm:spPr/>
    </dgm:pt>
    <dgm:pt modelId="{E9EAB3BB-C31A-4ED3-B362-C2B621F68F99}" type="pres">
      <dgm:prSet presAssocID="{9D62E0C4-821B-4B3E-A101-20A0D53C15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o"/>
        </a:ext>
      </dgm:extLst>
    </dgm:pt>
    <dgm:pt modelId="{B16592F3-FB12-4CDD-BC6D-D89354E90CD0}" type="pres">
      <dgm:prSet presAssocID="{9D62E0C4-821B-4B3E-A101-20A0D53C1580}" presName="spaceRect" presStyleCnt="0"/>
      <dgm:spPr/>
    </dgm:pt>
    <dgm:pt modelId="{4BCF3121-B5BA-41BB-B7E9-7D275688E3B2}" type="pres">
      <dgm:prSet presAssocID="{9D62E0C4-821B-4B3E-A101-20A0D53C1580}" presName="parTx" presStyleLbl="revTx" presStyleIdx="1" presStyleCnt="4">
        <dgm:presLayoutVars>
          <dgm:chMax val="0"/>
          <dgm:chPref val="0"/>
        </dgm:presLayoutVars>
      </dgm:prSet>
      <dgm:spPr/>
    </dgm:pt>
    <dgm:pt modelId="{CBD19849-B279-4D5C-88EA-83D7DC8497A0}" type="pres">
      <dgm:prSet presAssocID="{2F8CC4AD-E1AF-4806-A932-744A215501D4}" presName="sibTrans" presStyleCnt="0"/>
      <dgm:spPr/>
    </dgm:pt>
    <dgm:pt modelId="{BCC05CCA-5AE5-409F-8E57-88CDF1B66481}" type="pres">
      <dgm:prSet presAssocID="{E703BD7B-73A8-422E-9834-26B5BCF014B5}" presName="compNode" presStyleCnt="0"/>
      <dgm:spPr/>
    </dgm:pt>
    <dgm:pt modelId="{84434363-65AF-4D69-A83E-370B4F486C98}" type="pres">
      <dgm:prSet presAssocID="{E703BD7B-73A8-422E-9834-26B5BCF014B5}" presName="bgRect" presStyleLbl="bgShp" presStyleIdx="2" presStyleCnt="4"/>
      <dgm:spPr/>
    </dgm:pt>
    <dgm:pt modelId="{107082C2-6DE1-48CE-8086-EEBD3D9262C3}" type="pres">
      <dgm:prSet presAssocID="{E703BD7B-73A8-422E-9834-26B5BCF014B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E8942794-63DB-480D-B71A-DE0E93DF1D58}" type="pres">
      <dgm:prSet presAssocID="{E703BD7B-73A8-422E-9834-26B5BCF014B5}" presName="spaceRect" presStyleCnt="0"/>
      <dgm:spPr/>
    </dgm:pt>
    <dgm:pt modelId="{2411A64F-ED60-4AF9-B198-7AA074E4B942}" type="pres">
      <dgm:prSet presAssocID="{E703BD7B-73A8-422E-9834-26B5BCF014B5}" presName="parTx" presStyleLbl="revTx" presStyleIdx="2" presStyleCnt="4">
        <dgm:presLayoutVars>
          <dgm:chMax val="0"/>
          <dgm:chPref val="0"/>
        </dgm:presLayoutVars>
      </dgm:prSet>
      <dgm:spPr/>
    </dgm:pt>
    <dgm:pt modelId="{311A2BDC-E88B-484B-9E20-B372E4B5B04F}" type="pres">
      <dgm:prSet presAssocID="{FF0D33DB-288B-4EFB-A6CC-EE3E99F12225}" presName="sibTrans" presStyleCnt="0"/>
      <dgm:spPr/>
    </dgm:pt>
    <dgm:pt modelId="{BDE66862-5293-4D43-ACD9-450A2D0DAF91}" type="pres">
      <dgm:prSet presAssocID="{D769F894-4793-486B-AC64-1571CCF09242}" presName="compNode" presStyleCnt="0"/>
      <dgm:spPr/>
    </dgm:pt>
    <dgm:pt modelId="{3203FE47-DA93-42F7-B93E-1529BE4220A6}" type="pres">
      <dgm:prSet presAssocID="{D769F894-4793-486B-AC64-1571CCF09242}" presName="bgRect" presStyleLbl="bgShp" presStyleIdx="3" presStyleCnt="4"/>
      <dgm:spPr/>
    </dgm:pt>
    <dgm:pt modelId="{AE38DDF4-C981-4474-AC8C-1E02809D21C9}" type="pres">
      <dgm:prSet presAssocID="{D769F894-4793-486B-AC64-1571CCF0924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a"/>
        </a:ext>
      </dgm:extLst>
    </dgm:pt>
    <dgm:pt modelId="{5C1C9E66-43D7-4DEB-B717-625DD4783569}" type="pres">
      <dgm:prSet presAssocID="{D769F894-4793-486B-AC64-1571CCF09242}" presName="spaceRect" presStyleCnt="0"/>
      <dgm:spPr/>
    </dgm:pt>
    <dgm:pt modelId="{44FA01AA-61E9-4AF8-9FB9-F6362B6F0B87}" type="pres">
      <dgm:prSet presAssocID="{D769F894-4793-486B-AC64-1571CCF0924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E1361C-030F-4C91-B8DC-9CC80A2B2A8A}" srcId="{747B2C85-C688-4900-A5E4-436905DB5662}" destId="{C4405866-CBE0-4018-8D7B-489B7B92F8DD}" srcOrd="0" destOrd="0" parTransId="{5E578CB0-FC94-4659-BE36-671E1CA1F8E8}" sibTransId="{E901DE0E-965F-4A25-8658-052EDCB90D8A}"/>
    <dgm:cxn modelId="{C1049E51-0C04-494B-9B8D-43298522E0EC}" type="presOf" srcId="{E703BD7B-73A8-422E-9834-26B5BCF014B5}" destId="{2411A64F-ED60-4AF9-B198-7AA074E4B942}" srcOrd="0" destOrd="0" presId="urn:microsoft.com/office/officeart/2018/2/layout/IconVerticalSolidList"/>
    <dgm:cxn modelId="{98AF3776-94B3-4FF2-9844-C26036F94490}" srcId="{747B2C85-C688-4900-A5E4-436905DB5662}" destId="{9D62E0C4-821B-4B3E-A101-20A0D53C1580}" srcOrd="1" destOrd="0" parTransId="{84D3C460-7FE1-4036-A09E-8A880C05771B}" sibTransId="{2F8CC4AD-E1AF-4806-A932-744A215501D4}"/>
    <dgm:cxn modelId="{843FAB5A-7F8D-496D-A3FB-B591E1AC685B}" srcId="{747B2C85-C688-4900-A5E4-436905DB5662}" destId="{D769F894-4793-486B-AC64-1571CCF09242}" srcOrd="3" destOrd="0" parTransId="{38CD31AE-563A-4A92-87F0-58413E58BA46}" sibTransId="{64228334-986E-45D2-AEC3-2A28DA6541FE}"/>
    <dgm:cxn modelId="{7EE7CE8D-C660-4C56-A6F0-D6012FD582CA}" type="presOf" srcId="{9D62E0C4-821B-4B3E-A101-20A0D53C1580}" destId="{4BCF3121-B5BA-41BB-B7E9-7D275688E3B2}" srcOrd="0" destOrd="0" presId="urn:microsoft.com/office/officeart/2018/2/layout/IconVerticalSolidList"/>
    <dgm:cxn modelId="{D2292A9B-6081-4548-8F54-D42A79182011}" type="presOf" srcId="{747B2C85-C688-4900-A5E4-436905DB5662}" destId="{482C7F87-24C6-4926-8348-E2A533540DD2}" srcOrd="0" destOrd="0" presId="urn:microsoft.com/office/officeart/2018/2/layout/IconVerticalSolidList"/>
    <dgm:cxn modelId="{0DACC2BE-9DA0-47DF-9761-E09681B7A8D3}" type="presOf" srcId="{D769F894-4793-486B-AC64-1571CCF09242}" destId="{44FA01AA-61E9-4AF8-9FB9-F6362B6F0B87}" srcOrd="0" destOrd="0" presId="urn:microsoft.com/office/officeart/2018/2/layout/IconVerticalSolidList"/>
    <dgm:cxn modelId="{0D4D95E8-F464-4982-9164-E81BE8E39274}" srcId="{747B2C85-C688-4900-A5E4-436905DB5662}" destId="{E703BD7B-73A8-422E-9834-26B5BCF014B5}" srcOrd="2" destOrd="0" parTransId="{5CD6DEED-1258-418D-8447-B2BA7FA2E348}" sibTransId="{FF0D33DB-288B-4EFB-A6CC-EE3E99F12225}"/>
    <dgm:cxn modelId="{5688D5F5-24D1-4E4B-8AE2-90BC25CBCCB1}" type="presOf" srcId="{C4405866-CBE0-4018-8D7B-489B7B92F8DD}" destId="{81AD8624-84CA-4451-AA21-131C49C36C9F}" srcOrd="0" destOrd="0" presId="urn:microsoft.com/office/officeart/2018/2/layout/IconVerticalSolidList"/>
    <dgm:cxn modelId="{ADA64949-A22F-49F2-A052-A5CA4B12CF7D}" type="presParOf" srcId="{482C7F87-24C6-4926-8348-E2A533540DD2}" destId="{5761C9A2-21AD-47C2-9B14-094A78A30CDF}" srcOrd="0" destOrd="0" presId="urn:microsoft.com/office/officeart/2018/2/layout/IconVerticalSolidList"/>
    <dgm:cxn modelId="{2C87B980-B95F-4977-B3A7-B72EB1B26822}" type="presParOf" srcId="{5761C9A2-21AD-47C2-9B14-094A78A30CDF}" destId="{2040893D-3D87-43E4-A1BE-9C742EF65478}" srcOrd="0" destOrd="0" presId="urn:microsoft.com/office/officeart/2018/2/layout/IconVerticalSolidList"/>
    <dgm:cxn modelId="{A5678C03-D1ED-4F57-8FFD-C47071CB3119}" type="presParOf" srcId="{5761C9A2-21AD-47C2-9B14-094A78A30CDF}" destId="{D30393A1-9CE6-4843-9985-3B51D21E8CAC}" srcOrd="1" destOrd="0" presId="urn:microsoft.com/office/officeart/2018/2/layout/IconVerticalSolidList"/>
    <dgm:cxn modelId="{D45DE300-675D-46F8-91E3-D0B5A8431508}" type="presParOf" srcId="{5761C9A2-21AD-47C2-9B14-094A78A30CDF}" destId="{3C54BF65-EADE-42B5-9D5C-2619C28B6E9D}" srcOrd="2" destOrd="0" presId="urn:microsoft.com/office/officeart/2018/2/layout/IconVerticalSolidList"/>
    <dgm:cxn modelId="{214A6F79-C4A7-4358-9424-A44C6882D5E1}" type="presParOf" srcId="{5761C9A2-21AD-47C2-9B14-094A78A30CDF}" destId="{81AD8624-84CA-4451-AA21-131C49C36C9F}" srcOrd="3" destOrd="0" presId="urn:microsoft.com/office/officeart/2018/2/layout/IconVerticalSolidList"/>
    <dgm:cxn modelId="{280AF847-7649-4427-8836-DAF14D7FC511}" type="presParOf" srcId="{482C7F87-24C6-4926-8348-E2A533540DD2}" destId="{C4307D56-04CD-4D33-A901-3E863C618353}" srcOrd="1" destOrd="0" presId="urn:microsoft.com/office/officeart/2018/2/layout/IconVerticalSolidList"/>
    <dgm:cxn modelId="{BF8DD469-1EAC-445A-8426-D05DC34BC332}" type="presParOf" srcId="{482C7F87-24C6-4926-8348-E2A533540DD2}" destId="{9023A00E-9DEE-4158-A969-2B98C61DC5AB}" srcOrd="2" destOrd="0" presId="urn:microsoft.com/office/officeart/2018/2/layout/IconVerticalSolidList"/>
    <dgm:cxn modelId="{F9E840E8-2D79-4C71-A07F-9878A11D6B45}" type="presParOf" srcId="{9023A00E-9DEE-4158-A969-2B98C61DC5AB}" destId="{530771CC-48C8-4C4B-AB7F-7D314CE44E32}" srcOrd="0" destOrd="0" presId="urn:microsoft.com/office/officeart/2018/2/layout/IconVerticalSolidList"/>
    <dgm:cxn modelId="{0FD5D668-034D-4172-80EA-BEB61EDCE67E}" type="presParOf" srcId="{9023A00E-9DEE-4158-A969-2B98C61DC5AB}" destId="{E9EAB3BB-C31A-4ED3-B362-C2B621F68F99}" srcOrd="1" destOrd="0" presId="urn:microsoft.com/office/officeart/2018/2/layout/IconVerticalSolidList"/>
    <dgm:cxn modelId="{305CEC2C-0780-4ADF-8977-D4CB5D214C62}" type="presParOf" srcId="{9023A00E-9DEE-4158-A969-2B98C61DC5AB}" destId="{B16592F3-FB12-4CDD-BC6D-D89354E90CD0}" srcOrd="2" destOrd="0" presId="urn:microsoft.com/office/officeart/2018/2/layout/IconVerticalSolidList"/>
    <dgm:cxn modelId="{34CB0F5D-43FD-4957-BE92-2B7554DC7651}" type="presParOf" srcId="{9023A00E-9DEE-4158-A969-2B98C61DC5AB}" destId="{4BCF3121-B5BA-41BB-B7E9-7D275688E3B2}" srcOrd="3" destOrd="0" presId="urn:microsoft.com/office/officeart/2018/2/layout/IconVerticalSolidList"/>
    <dgm:cxn modelId="{236647BB-101F-4A04-9432-C1ECDA12B634}" type="presParOf" srcId="{482C7F87-24C6-4926-8348-E2A533540DD2}" destId="{CBD19849-B279-4D5C-88EA-83D7DC8497A0}" srcOrd="3" destOrd="0" presId="urn:microsoft.com/office/officeart/2018/2/layout/IconVerticalSolidList"/>
    <dgm:cxn modelId="{0B3EA2AA-1977-48FC-B916-39100E251C82}" type="presParOf" srcId="{482C7F87-24C6-4926-8348-E2A533540DD2}" destId="{BCC05CCA-5AE5-409F-8E57-88CDF1B66481}" srcOrd="4" destOrd="0" presId="urn:microsoft.com/office/officeart/2018/2/layout/IconVerticalSolidList"/>
    <dgm:cxn modelId="{F68D2450-D4DB-4C1A-A668-A1D10C97B1F5}" type="presParOf" srcId="{BCC05CCA-5AE5-409F-8E57-88CDF1B66481}" destId="{84434363-65AF-4D69-A83E-370B4F486C98}" srcOrd="0" destOrd="0" presId="urn:microsoft.com/office/officeart/2018/2/layout/IconVerticalSolidList"/>
    <dgm:cxn modelId="{EB4BEB6D-1C54-4EA7-90E1-8E9ECBF6DE45}" type="presParOf" srcId="{BCC05CCA-5AE5-409F-8E57-88CDF1B66481}" destId="{107082C2-6DE1-48CE-8086-EEBD3D9262C3}" srcOrd="1" destOrd="0" presId="urn:microsoft.com/office/officeart/2018/2/layout/IconVerticalSolidList"/>
    <dgm:cxn modelId="{A471273C-60E1-460C-858D-424B711C2D8A}" type="presParOf" srcId="{BCC05CCA-5AE5-409F-8E57-88CDF1B66481}" destId="{E8942794-63DB-480D-B71A-DE0E93DF1D58}" srcOrd="2" destOrd="0" presId="urn:microsoft.com/office/officeart/2018/2/layout/IconVerticalSolidList"/>
    <dgm:cxn modelId="{8F60E0EF-4ECB-4E77-9B4E-E6816CE914EC}" type="presParOf" srcId="{BCC05CCA-5AE5-409F-8E57-88CDF1B66481}" destId="{2411A64F-ED60-4AF9-B198-7AA074E4B942}" srcOrd="3" destOrd="0" presId="urn:microsoft.com/office/officeart/2018/2/layout/IconVerticalSolidList"/>
    <dgm:cxn modelId="{1ED9489F-0A2B-406C-9100-307CBF4D9FAB}" type="presParOf" srcId="{482C7F87-24C6-4926-8348-E2A533540DD2}" destId="{311A2BDC-E88B-484B-9E20-B372E4B5B04F}" srcOrd="5" destOrd="0" presId="urn:microsoft.com/office/officeart/2018/2/layout/IconVerticalSolidList"/>
    <dgm:cxn modelId="{EDE14156-0B81-45AC-97C5-2576A9510D37}" type="presParOf" srcId="{482C7F87-24C6-4926-8348-E2A533540DD2}" destId="{BDE66862-5293-4D43-ACD9-450A2D0DAF91}" srcOrd="6" destOrd="0" presId="urn:microsoft.com/office/officeart/2018/2/layout/IconVerticalSolidList"/>
    <dgm:cxn modelId="{82357690-A016-454F-9F92-16E2052F4264}" type="presParOf" srcId="{BDE66862-5293-4D43-ACD9-450A2D0DAF91}" destId="{3203FE47-DA93-42F7-B93E-1529BE4220A6}" srcOrd="0" destOrd="0" presId="urn:microsoft.com/office/officeart/2018/2/layout/IconVerticalSolidList"/>
    <dgm:cxn modelId="{5E17DA22-0375-4EEF-BE27-6211155F2041}" type="presParOf" srcId="{BDE66862-5293-4D43-ACD9-450A2D0DAF91}" destId="{AE38DDF4-C981-4474-AC8C-1E02809D21C9}" srcOrd="1" destOrd="0" presId="urn:microsoft.com/office/officeart/2018/2/layout/IconVerticalSolidList"/>
    <dgm:cxn modelId="{25B40FDF-B1B2-4EF4-B406-2C59FBD0EDA9}" type="presParOf" srcId="{BDE66862-5293-4D43-ACD9-450A2D0DAF91}" destId="{5C1C9E66-43D7-4DEB-B717-625DD4783569}" srcOrd="2" destOrd="0" presId="urn:microsoft.com/office/officeart/2018/2/layout/IconVerticalSolidList"/>
    <dgm:cxn modelId="{9BB42C44-BD4E-43D4-B7F3-44F95581B6A0}" type="presParOf" srcId="{BDE66862-5293-4D43-ACD9-450A2D0DAF91}" destId="{44FA01AA-61E9-4AF8-9FB9-F6362B6F0B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1E00E65-32D3-4588-8BF3-0D6EE459795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638FC4-5014-435B-A893-16867F1E9114}">
      <dgm:prSet/>
      <dgm:spPr/>
      <dgm:t>
        <a:bodyPr/>
        <a:lstStyle/>
        <a:p>
          <a:r>
            <a:rPr lang="pt-BR"/>
            <a:t>No B2B para pequenos e médios, a confiança é tudo. O lojista é bombardeado por vendedores de grandes indústrias.</a:t>
          </a:r>
          <a:endParaRPr lang="en-US"/>
        </a:p>
      </dgm:t>
    </dgm:pt>
    <dgm:pt modelId="{D8DB1598-BFB2-4BDB-8B96-2E6518422740}" type="parTrans" cxnId="{CE1464CE-C634-418D-848C-64A433C34893}">
      <dgm:prSet/>
      <dgm:spPr/>
      <dgm:t>
        <a:bodyPr/>
        <a:lstStyle/>
        <a:p>
          <a:endParaRPr lang="en-US"/>
        </a:p>
      </dgm:t>
    </dgm:pt>
    <dgm:pt modelId="{E2519D0A-8821-481A-BF81-87EEA4294FD7}" type="sibTrans" cxnId="{CE1464CE-C634-418D-848C-64A433C34893}">
      <dgm:prSet/>
      <dgm:spPr/>
      <dgm:t>
        <a:bodyPr/>
        <a:lstStyle/>
        <a:p>
          <a:endParaRPr lang="en-US"/>
        </a:p>
      </dgm:t>
    </dgm:pt>
    <dgm:pt modelId="{704FE23D-F311-4B54-9722-B3E63F9712EB}">
      <dgm:prSet/>
      <dgm:spPr/>
      <dgm:t>
        <a:bodyPr/>
        <a:lstStyle/>
        <a:p>
          <a:r>
            <a:rPr lang="pt-BR" b="1"/>
            <a:t>Espelhamento:</a:t>
          </a:r>
          <a:r>
            <a:rPr lang="pt-BR"/>
            <a:t> Se o lojista é prático e rápido, seja direto. Se ele gosta de contar a história da loja, ouça.</a:t>
          </a:r>
          <a:endParaRPr lang="en-US"/>
        </a:p>
      </dgm:t>
    </dgm:pt>
    <dgm:pt modelId="{5AE3481E-5CB1-4434-A824-BD102844F74C}" type="parTrans" cxnId="{27007FF8-F8DC-4A4B-B0AD-E23D9F0A41DD}">
      <dgm:prSet/>
      <dgm:spPr/>
      <dgm:t>
        <a:bodyPr/>
        <a:lstStyle/>
        <a:p>
          <a:endParaRPr lang="en-US"/>
        </a:p>
      </dgm:t>
    </dgm:pt>
    <dgm:pt modelId="{1926FDA1-539D-4C38-A56F-8F1317842721}" type="sibTrans" cxnId="{27007FF8-F8DC-4A4B-B0AD-E23D9F0A41DD}">
      <dgm:prSet/>
      <dgm:spPr/>
      <dgm:t>
        <a:bodyPr/>
        <a:lstStyle/>
        <a:p>
          <a:endParaRPr lang="en-US"/>
        </a:p>
      </dgm:t>
    </dgm:pt>
    <dgm:pt modelId="{BD7B445E-BED9-4199-B37C-AC0EE05F3E66}">
      <dgm:prSet/>
      <dgm:spPr/>
      <dgm:t>
        <a:bodyPr/>
        <a:lstStyle/>
        <a:p>
          <a:r>
            <a:rPr lang="pt-BR" b="1" dirty="0"/>
            <a:t>Validação do negócio:</a:t>
          </a:r>
          <a:r>
            <a:rPr lang="pt-BR" dirty="0"/>
            <a:t> </a:t>
          </a:r>
          <a:r>
            <a:rPr lang="pt-BR" i="1" dirty="0"/>
            <a:t>"Vi que sua loja foca muito em produtos naturais/premium, a curadoria de vocês é muito boa."</a:t>
          </a:r>
          <a:endParaRPr lang="en-US" dirty="0"/>
        </a:p>
      </dgm:t>
    </dgm:pt>
    <dgm:pt modelId="{0CB305F1-0853-42FA-8583-187890BBC779}" type="parTrans" cxnId="{5FA03A00-412B-445C-8995-19BFD4D1718D}">
      <dgm:prSet/>
      <dgm:spPr/>
      <dgm:t>
        <a:bodyPr/>
        <a:lstStyle/>
        <a:p>
          <a:endParaRPr lang="en-US"/>
        </a:p>
      </dgm:t>
    </dgm:pt>
    <dgm:pt modelId="{E367B951-9075-4DBB-ABB8-4CF6DE09A854}" type="sibTrans" cxnId="{5FA03A00-412B-445C-8995-19BFD4D1718D}">
      <dgm:prSet/>
      <dgm:spPr/>
      <dgm:t>
        <a:bodyPr/>
        <a:lstStyle/>
        <a:p>
          <a:endParaRPr lang="en-US"/>
        </a:p>
      </dgm:t>
    </dgm:pt>
    <dgm:pt modelId="{E41F2F2D-0076-4FC0-A04E-136D8CA118F1}">
      <dgm:prSet/>
      <dgm:spPr/>
      <dgm:t>
        <a:bodyPr/>
        <a:lstStyle/>
        <a:p>
          <a:r>
            <a:rPr lang="pt-BR" b="1" dirty="0"/>
            <a:t>Conexão com a causa:</a:t>
          </a:r>
          <a:r>
            <a:rPr lang="pt-BR" dirty="0"/>
            <a:t> </a:t>
          </a:r>
          <a:r>
            <a:rPr lang="pt-BR" i="1" dirty="0"/>
            <a:t>"A Papapá nasceu para ajudar pais que não querem abrir mão da nutrição pela praticidade. Você sente que seus clientes buscam isso?"</a:t>
          </a:r>
          <a:endParaRPr lang="en-US" dirty="0"/>
        </a:p>
      </dgm:t>
    </dgm:pt>
    <dgm:pt modelId="{540DA9CE-FA27-4C3F-89D2-E144E6C58CDC}" type="parTrans" cxnId="{84062287-B65B-4819-BE7A-03BB50C601BD}">
      <dgm:prSet/>
      <dgm:spPr/>
      <dgm:t>
        <a:bodyPr/>
        <a:lstStyle/>
        <a:p>
          <a:endParaRPr lang="en-US"/>
        </a:p>
      </dgm:t>
    </dgm:pt>
    <dgm:pt modelId="{E866506B-966D-48CA-993E-4CF26DE9905F}" type="sibTrans" cxnId="{84062287-B65B-4819-BE7A-03BB50C601BD}">
      <dgm:prSet/>
      <dgm:spPr/>
      <dgm:t>
        <a:bodyPr/>
        <a:lstStyle/>
        <a:p>
          <a:endParaRPr lang="en-US"/>
        </a:p>
      </dgm:t>
    </dgm:pt>
    <dgm:pt modelId="{5C0C7AAF-7F2C-4688-8F73-362328D3B576}" type="pres">
      <dgm:prSet presAssocID="{51E00E65-32D3-4588-8BF3-0D6EE4597954}" presName="outerComposite" presStyleCnt="0">
        <dgm:presLayoutVars>
          <dgm:chMax val="5"/>
          <dgm:dir/>
          <dgm:resizeHandles val="exact"/>
        </dgm:presLayoutVars>
      </dgm:prSet>
      <dgm:spPr/>
    </dgm:pt>
    <dgm:pt modelId="{B842A955-E4FC-4D89-805C-564E9A45F68D}" type="pres">
      <dgm:prSet presAssocID="{51E00E65-32D3-4588-8BF3-0D6EE4597954}" presName="dummyMaxCanvas" presStyleCnt="0">
        <dgm:presLayoutVars/>
      </dgm:prSet>
      <dgm:spPr/>
    </dgm:pt>
    <dgm:pt modelId="{E4BB9336-95E4-4536-9EB8-C3F5AB69D5D0}" type="pres">
      <dgm:prSet presAssocID="{51E00E65-32D3-4588-8BF3-0D6EE4597954}" presName="FourNodes_1" presStyleLbl="node1" presStyleIdx="0" presStyleCnt="4">
        <dgm:presLayoutVars>
          <dgm:bulletEnabled val="1"/>
        </dgm:presLayoutVars>
      </dgm:prSet>
      <dgm:spPr/>
    </dgm:pt>
    <dgm:pt modelId="{8CC0E2A6-C6F2-480A-9433-EFB765DF22A3}" type="pres">
      <dgm:prSet presAssocID="{51E00E65-32D3-4588-8BF3-0D6EE4597954}" presName="FourNodes_2" presStyleLbl="node1" presStyleIdx="1" presStyleCnt="4">
        <dgm:presLayoutVars>
          <dgm:bulletEnabled val="1"/>
        </dgm:presLayoutVars>
      </dgm:prSet>
      <dgm:spPr/>
    </dgm:pt>
    <dgm:pt modelId="{F561DAAF-744D-457B-987E-E56976BA4BF8}" type="pres">
      <dgm:prSet presAssocID="{51E00E65-32D3-4588-8BF3-0D6EE4597954}" presName="FourNodes_3" presStyleLbl="node1" presStyleIdx="2" presStyleCnt="4">
        <dgm:presLayoutVars>
          <dgm:bulletEnabled val="1"/>
        </dgm:presLayoutVars>
      </dgm:prSet>
      <dgm:spPr/>
    </dgm:pt>
    <dgm:pt modelId="{0339E29F-A7F0-429F-86B7-A7BEECE78456}" type="pres">
      <dgm:prSet presAssocID="{51E00E65-32D3-4588-8BF3-0D6EE4597954}" presName="FourNodes_4" presStyleLbl="node1" presStyleIdx="3" presStyleCnt="4">
        <dgm:presLayoutVars>
          <dgm:bulletEnabled val="1"/>
        </dgm:presLayoutVars>
      </dgm:prSet>
      <dgm:spPr/>
    </dgm:pt>
    <dgm:pt modelId="{C938F466-9594-4955-955F-F3CADACD42E7}" type="pres">
      <dgm:prSet presAssocID="{51E00E65-32D3-4588-8BF3-0D6EE4597954}" presName="FourConn_1-2" presStyleLbl="fgAccFollowNode1" presStyleIdx="0" presStyleCnt="3">
        <dgm:presLayoutVars>
          <dgm:bulletEnabled val="1"/>
        </dgm:presLayoutVars>
      </dgm:prSet>
      <dgm:spPr/>
    </dgm:pt>
    <dgm:pt modelId="{73B7E8D5-0D82-4948-9C65-A18285E96096}" type="pres">
      <dgm:prSet presAssocID="{51E00E65-32D3-4588-8BF3-0D6EE4597954}" presName="FourConn_2-3" presStyleLbl="fgAccFollowNode1" presStyleIdx="1" presStyleCnt="3">
        <dgm:presLayoutVars>
          <dgm:bulletEnabled val="1"/>
        </dgm:presLayoutVars>
      </dgm:prSet>
      <dgm:spPr/>
    </dgm:pt>
    <dgm:pt modelId="{272F2C55-E125-4B6C-9324-C022B8AB064F}" type="pres">
      <dgm:prSet presAssocID="{51E00E65-32D3-4588-8BF3-0D6EE4597954}" presName="FourConn_3-4" presStyleLbl="fgAccFollowNode1" presStyleIdx="2" presStyleCnt="3">
        <dgm:presLayoutVars>
          <dgm:bulletEnabled val="1"/>
        </dgm:presLayoutVars>
      </dgm:prSet>
      <dgm:spPr/>
    </dgm:pt>
    <dgm:pt modelId="{44549176-366A-41F1-B39E-8E7FE26FB6DE}" type="pres">
      <dgm:prSet presAssocID="{51E00E65-32D3-4588-8BF3-0D6EE4597954}" presName="FourNodes_1_text" presStyleLbl="node1" presStyleIdx="3" presStyleCnt="4">
        <dgm:presLayoutVars>
          <dgm:bulletEnabled val="1"/>
        </dgm:presLayoutVars>
      </dgm:prSet>
      <dgm:spPr/>
    </dgm:pt>
    <dgm:pt modelId="{ED704D11-EC4C-4C23-A46F-11414FBEC89A}" type="pres">
      <dgm:prSet presAssocID="{51E00E65-32D3-4588-8BF3-0D6EE4597954}" presName="FourNodes_2_text" presStyleLbl="node1" presStyleIdx="3" presStyleCnt="4">
        <dgm:presLayoutVars>
          <dgm:bulletEnabled val="1"/>
        </dgm:presLayoutVars>
      </dgm:prSet>
      <dgm:spPr/>
    </dgm:pt>
    <dgm:pt modelId="{BDB978DB-628C-45D7-AABD-20295DC6CA91}" type="pres">
      <dgm:prSet presAssocID="{51E00E65-32D3-4588-8BF3-0D6EE4597954}" presName="FourNodes_3_text" presStyleLbl="node1" presStyleIdx="3" presStyleCnt="4">
        <dgm:presLayoutVars>
          <dgm:bulletEnabled val="1"/>
        </dgm:presLayoutVars>
      </dgm:prSet>
      <dgm:spPr/>
    </dgm:pt>
    <dgm:pt modelId="{AF342609-023C-43BB-BB04-9BFD2496A6E1}" type="pres">
      <dgm:prSet presAssocID="{51E00E65-32D3-4588-8BF3-0D6EE459795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FA03A00-412B-445C-8995-19BFD4D1718D}" srcId="{51E00E65-32D3-4588-8BF3-0D6EE4597954}" destId="{BD7B445E-BED9-4199-B37C-AC0EE05F3E66}" srcOrd="2" destOrd="0" parTransId="{0CB305F1-0853-42FA-8583-187890BBC779}" sibTransId="{E367B951-9075-4DBB-ABB8-4CF6DE09A854}"/>
    <dgm:cxn modelId="{10DEA508-249C-48A9-B8BB-E1B25190276E}" type="presOf" srcId="{A1638FC4-5014-435B-A893-16867F1E9114}" destId="{44549176-366A-41F1-B39E-8E7FE26FB6DE}" srcOrd="1" destOrd="0" presId="urn:microsoft.com/office/officeart/2005/8/layout/vProcess5"/>
    <dgm:cxn modelId="{7BBFF50A-49FA-4710-A45D-D09EB715873C}" type="presOf" srcId="{704FE23D-F311-4B54-9722-B3E63F9712EB}" destId="{8CC0E2A6-C6F2-480A-9433-EFB765DF22A3}" srcOrd="0" destOrd="0" presId="urn:microsoft.com/office/officeart/2005/8/layout/vProcess5"/>
    <dgm:cxn modelId="{A07CDF36-E39B-4B7B-894A-3BC269BFFB3F}" type="presOf" srcId="{E2519D0A-8821-481A-BF81-87EEA4294FD7}" destId="{C938F466-9594-4955-955F-F3CADACD42E7}" srcOrd="0" destOrd="0" presId="urn:microsoft.com/office/officeart/2005/8/layout/vProcess5"/>
    <dgm:cxn modelId="{B06FE744-0D1E-4CB9-8F8B-A87D593EC0FA}" type="presOf" srcId="{E41F2F2D-0076-4FC0-A04E-136D8CA118F1}" destId="{AF342609-023C-43BB-BB04-9BFD2496A6E1}" srcOrd="1" destOrd="0" presId="urn:microsoft.com/office/officeart/2005/8/layout/vProcess5"/>
    <dgm:cxn modelId="{3B4A737F-3971-422E-B06F-BE29A6A9C45C}" type="presOf" srcId="{BD7B445E-BED9-4199-B37C-AC0EE05F3E66}" destId="{F561DAAF-744D-457B-987E-E56976BA4BF8}" srcOrd="0" destOrd="0" presId="urn:microsoft.com/office/officeart/2005/8/layout/vProcess5"/>
    <dgm:cxn modelId="{84062287-B65B-4819-BE7A-03BB50C601BD}" srcId="{51E00E65-32D3-4588-8BF3-0D6EE4597954}" destId="{E41F2F2D-0076-4FC0-A04E-136D8CA118F1}" srcOrd="3" destOrd="0" parTransId="{540DA9CE-FA27-4C3F-89D2-E144E6C58CDC}" sibTransId="{E866506B-966D-48CA-993E-4CF26DE9905F}"/>
    <dgm:cxn modelId="{05937E96-5515-4A33-91C6-1F831A240029}" type="presOf" srcId="{E367B951-9075-4DBB-ABB8-4CF6DE09A854}" destId="{272F2C55-E125-4B6C-9324-C022B8AB064F}" srcOrd="0" destOrd="0" presId="urn:microsoft.com/office/officeart/2005/8/layout/vProcess5"/>
    <dgm:cxn modelId="{7F7015A6-7F40-43A2-8FD1-B2C0491081D8}" type="presOf" srcId="{A1638FC4-5014-435B-A893-16867F1E9114}" destId="{E4BB9336-95E4-4536-9EB8-C3F5AB69D5D0}" srcOrd="0" destOrd="0" presId="urn:microsoft.com/office/officeart/2005/8/layout/vProcess5"/>
    <dgm:cxn modelId="{F97E96A8-B5EC-45E6-89C1-6DECAB7D4862}" type="presOf" srcId="{1926FDA1-539D-4C38-A56F-8F1317842721}" destId="{73B7E8D5-0D82-4948-9C65-A18285E96096}" srcOrd="0" destOrd="0" presId="urn:microsoft.com/office/officeart/2005/8/layout/vProcess5"/>
    <dgm:cxn modelId="{25250CC4-13D9-4057-B175-36A929B0BD86}" type="presOf" srcId="{E41F2F2D-0076-4FC0-A04E-136D8CA118F1}" destId="{0339E29F-A7F0-429F-86B7-A7BEECE78456}" srcOrd="0" destOrd="0" presId="urn:microsoft.com/office/officeart/2005/8/layout/vProcess5"/>
    <dgm:cxn modelId="{CE1464CE-C634-418D-848C-64A433C34893}" srcId="{51E00E65-32D3-4588-8BF3-0D6EE4597954}" destId="{A1638FC4-5014-435B-A893-16867F1E9114}" srcOrd="0" destOrd="0" parTransId="{D8DB1598-BFB2-4BDB-8B96-2E6518422740}" sibTransId="{E2519D0A-8821-481A-BF81-87EEA4294FD7}"/>
    <dgm:cxn modelId="{792F90D8-EEC7-4953-A4B0-4A9BBF6C32E4}" type="presOf" srcId="{BD7B445E-BED9-4199-B37C-AC0EE05F3E66}" destId="{BDB978DB-628C-45D7-AABD-20295DC6CA91}" srcOrd="1" destOrd="0" presId="urn:microsoft.com/office/officeart/2005/8/layout/vProcess5"/>
    <dgm:cxn modelId="{B87304E5-CFF6-41D7-8585-D01C5B65A08E}" type="presOf" srcId="{704FE23D-F311-4B54-9722-B3E63F9712EB}" destId="{ED704D11-EC4C-4C23-A46F-11414FBEC89A}" srcOrd="1" destOrd="0" presId="urn:microsoft.com/office/officeart/2005/8/layout/vProcess5"/>
    <dgm:cxn modelId="{27007FF8-F8DC-4A4B-B0AD-E23D9F0A41DD}" srcId="{51E00E65-32D3-4588-8BF3-0D6EE4597954}" destId="{704FE23D-F311-4B54-9722-B3E63F9712EB}" srcOrd="1" destOrd="0" parTransId="{5AE3481E-5CB1-4434-A824-BD102844F74C}" sibTransId="{1926FDA1-539D-4C38-A56F-8F1317842721}"/>
    <dgm:cxn modelId="{24728EFC-05FA-4D54-A4B5-EEFE67BEA406}" type="presOf" srcId="{51E00E65-32D3-4588-8BF3-0D6EE4597954}" destId="{5C0C7AAF-7F2C-4688-8F73-362328D3B576}" srcOrd="0" destOrd="0" presId="urn:microsoft.com/office/officeart/2005/8/layout/vProcess5"/>
    <dgm:cxn modelId="{70C86874-0FB0-4907-A8D6-1B1F7D118EB5}" type="presParOf" srcId="{5C0C7AAF-7F2C-4688-8F73-362328D3B576}" destId="{B842A955-E4FC-4D89-805C-564E9A45F68D}" srcOrd="0" destOrd="0" presId="urn:microsoft.com/office/officeart/2005/8/layout/vProcess5"/>
    <dgm:cxn modelId="{7E23063A-CC4E-4240-964E-6A722CA648C5}" type="presParOf" srcId="{5C0C7AAF-7F2C-4688-8F73-362328D3B576}" destId="{E4BB9336-95E4-4536-9EB8-C3F5AB69D5D0}" srcOrd="1" destOrd="0" presId="urn:microsoft.com/office/officeart/2005/8/layout/vProcess5"/>
    <dgm:cxn modelId="{8F307863-3C3C-417A-B01E-BE3A08EA52BB}" type="presParOf" srcId="{5C0C7AAF-7F2C-4688-8F73-362328D3B576}" destId="{8CC0E2A6-C6F2-480A-9433-EFB765DF22A3}" srcOrd="2" destOrd="0" presId="urn:microsoft.com/office/officeart/2005/8/layout/vProcess5"/>
    <dgm:cxn modelId="{23233EE9-7DFE-4BE9-8AE7-25240C9AB36D}" type="presParOf" srcId="{5C0C7AAF-7F2C-4688-8F73-362328D3B576}" destId="{F561DAAF-744D-457B-987E-E56976BA4BF8}" srcOrd="3" destOrd="0" presId="urn:microsoft.com/office/officeart/2005/8/layout/vProcess5"/>
    <dgm:cxn modelId="{0E6B7617-3BA1-4113-859F-A14415250A9D}" type="presParOf" srcId="{5C0C7AAF-7F2C-4688-8F73-362328D3B576}" destId="{0339E29F-A7F0-429F-86B7-A7BEECE78456}" srcOrd="4" destOrd="0" presId="urn:microsoft.com/office/officeart/2005/8/layout/vProcess5"/>
    <dgm:cxn modelId="{7D9BA093-1D39-47A1-BA8C-2955CFA0AD3A}" type="presParOf" srcId="{5C0C7AAF-7F2C-4688-8F73-362328D3B576}" destId="{C938F466-9594-4955-955F-F3CADACD42E7}" srcOrd="5" destOrd="0" presId="urn:microsoft.com/office/officeart/2005/8/layout/vProcess5"/>
    <dgm:cxn modelId="{EFE08F3C-A35C-4567-9BDD-902A1E5D0561}" type="presParOf" srcId="{5C0C7AAF-7F2C-4688-8F73-362328D3B576}" destId="{73B7E8D5-0D82-4948-9C65-A18285E96096}" srcOrd="6" destOrd="0" presId="urn:microsoft.com/office/officeart/2005/8/layout/vProcess5"/>
    <dgm:cxn modelId="{55FFA0DB-AA11-498E-A389-620A03FA0CEF}" type="presParOf" srcId="{5C0C7AAF-7F2C-4688-8F73-362328D3B576}" destId="{272F2C55-E125-4B6C-9324-C022B8AB064F}" srcOrd="7" destOrd="0" presId="urn:microsoft.com/office/officeart/2005/8/layout/vProcess5"/>
    <dgm:cxn modelId="{DF8320DB-2922-4581-B3FB-53AA99035B30}" type="presParOf" srcId="{5C0C7AAF-7F2C-4688-8F73-362328D3B576}" destId="{44549176-366A-41F1-B39E-8E7FE26FB6DE}" srcOrd="8" destOrd="0" presId="urn:microsoft.com/office/officeart/2005/8/layout/vProcess5"/>
    <dgm:cxn modelId="{A1EA5071-4CB9-4108-A9DC-BFF5706EF569}" type="presParOf" srcId="{5C0C7AAF-7F2C-4688-8F73-362328D3B576}" destId="{ED704D11-EC4C-4C23-A46F-11414FBEC89A}" srcOrd="9" destOrd="0" presId="urn:microsoft.com/office/officeart/2005/8/layout/vProcess5"/>
    <dgm:cxn modelId="{148DED70-0ED3-4006-BD43-64B1FBE449C8}" type="presParOf" srcId="{5C0C7AAF-7F2C-4688-8F73-362328D3B576}" destId="{BDB978DB-628C-45D7-AABD-20295DC6CA91}" srcOrd="10" destOrd="0" presId="urn:microsoft.com/office/officeart/2005/8/layout/vProcess5"/>
    <dgm:cxn modelId="{C68FDF1D-CF56-4EC6-B0A2-E9ADFE024BDA}" type="presParOf" srcId="{5C0C7AAF-7F2C-4688-8F73-362328D3B576}" destId="{AF342609-023C-43BB-BB04-9BFD2496A6E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97212CF-8BB0-41C3-8C91-AF9CE207EEA1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153C37-3643-47AA-AA43-39BC5A16900F}">
      <dgm:prSet/>
      <dgm:spPr/>
      <dgm:t>
        <a:bodyPr/>
        <a:lstStyle/>
        <a:p>
          <a:r>
            <a:rPr lang="pt-BR" b="1"/>
            <a:t>B - Budget (Orçamento)</a:t>
          </a:r>
          <a:endParaRPr lang="en-US"/>
        </a:p>
      </dgm:t>
    </dgm:pt>
    <dgm:pt modelId="{4483EB88-DE8B-4F23-8667-C0B4ED6257BC}" type="parTrans" cxnId="{B92A66A9-625C-45F1-8AFA-1B41FA28FD4D}">
      <dgm:prSet/>
      <dgm:spPr/>
      <dgm:t>
        <a:bodyPr/>
        <a:lstStyle/>
        <a:p>
          <a:endParaRPr lang="en-US"/>
        </a:p>
      </dgm:t>
    </dgm:pt>
    <dgm:pt modelId="{B5FBDDE9-2D5C-4220-AFF0-4DCBC87FBA90}" type="sibTrans" cxnId="{B92A66A9-625C-45F1-8AFA-1B41FA28FD4D}">
      <dgm:prSet/>
      <dgm:spPr/>
      <dgm:t>
        <a:bodyPr/>
        <a:lstStyle/>
        <a:p>
          <a:endParaRPr lang="en-US"/>
        </a:p>
      </dgm:t>
    </dgm:pt>
    <dgm:pt modelId="{A8121BFE-57BB-4C86-8B9A-495D10864A63}">
      <dgm:prSet/>
      <dgm:spPr/>
      <dgm:t>
        <a:bodyPr/>
        <a:lstStyle/>
        <a:p>
          <a:r>
            <a:rPr lang="pt-BR" b="1" dirty="0"/>
            <a:t> Foco:</a:t>
          </a:r>
          <a:r>
            <a:rPr lang="pt-BR" dirty="0"/>
            <a:t> Capacidade de investimento no mix de saudáveis.</a:t>
          </a:r>
          <a:endParaRPr lang="en-US" dirty="0"/>
        </a:p>
      </dgm:t>
    </dgm:pt>
    <dgm:pt modelId="{B14D7206-DD61-4949-9990-ED5FCFFE4293}" type="parTrans" cxnId="{8C01C1D5-34A7-4C66-B544-76D3B9F66676}">
      <dgm:prSet/>
      <dgm:spPr/>
      <dgm:t>
        <a:bodyPr/>
        <a:lstStyle/>
        <a:p>
          <a:endParaRPr lang="en-US"/>
        </a:p>
      </dgm:t>
    </dgm:pt>
    <dgm:pt modelId="{641C1091-B839-4C5C-8A5B-0D0218E0EB7B}" type="sibTrans" cxnId="{8C01C1D5-34A7-4C66-B544-76D3B9F66676}">
      <dgm:prSet/>
      <dgm:spPr/>
      <dgm:t>
        <a:bodyPr/>
        <a:lstStyle/>
        <a:p>
          <a:endParaRPr lang="en-US"/>
        </a:p>
      </dgm:t>
    </dgm:pt>
    <dgm:pt modelId="{BDEC2C8A-14F1-4319-B64A-939C40B758A9}">
      <dgm:prSet/>
      <dgm:spPr/>
      <dgm:t>
        <a:bodyPr/>
        <a:lstStyle/>
        <a:p>
          <a:r>
            <a:rPr lang="pt-BR" b="1" dirty="0"/>
            <a:t> Pergunta:</a:t>
          </a:r>
          <a:r>
            <a:rPr lang="pt-BR" dirty="0"/>
            <a:t> </a:t>
          </a:r>
          <a:r>
            <a:rPr lang="pt-BR" i="1" dirty="0"/>
            <a:t>"Você já tem verba para novos produtos ou vamos abrir essa categoria na loja?"</a:t>
          </a:r>
          <a:endParaRPr lang="en-US" dirty="0"/>
        </a:p>
      </dgm:t>
    </dgm:pt>
    <dgm:pt modelId="{5FCB05F6-F799-40BB-98A4-27468343E163}" type="parTrans" cxnId="{9C4D3BEB-F74B-4D2F-ADCE-A952820CF244}">
      <dgm:prSet/>
      <dgm:spPr/>
      <dgm:t>
        <a:bodyPr/>
        <a:lstStyle/>
        <a:p>
          <a:endParaRPr lang="en-US"/>
        </a:p>
      </dgm:t>
    </dgm:pt>
    <dgm:pt modelId="{3CA3DB1D-CD93-413C-BB7F-734B8526B7E9}" type="sibTrans" cxnId="{9C4D3BEB-F74B-4D2F-ADCE-A952820CF244}">
      <dgm:prSet/>
      <dgm:spPr/>
      <dgm:t>
        <a:bodyPr/>
        <a:lstStyle/>
        <a:p>
          <a:endParaRPr lang="en-US"/>
        </a:p>
      </dgm:t>
    </dgm:pt>
    <dgm:pt modelId="{756425A8-8CDE-4F61-A3F1-62268784DC0B}">
      <dgm:prSet/>
      <dgm:spPr/>
      <dgm:t>
        <a:bodyPr/>
        <a:lstStyle/>
        <a:p>
          <a:r>
            <a:rPr lang="pt-BR" b="1" dirty="0"/>
            <a:t> Alerta:</a:t>
          </a:r>
          <a:r>
            <a:rPr lang="pt-BR" dirty="0"/>
            <a:t> Foco apenas em "preço baixo" indica dificuldade em vender valor agregado.</a:t>
          </a:r>
          <a:endParaRPr lang="en-US" dirty="0"/>
        </a:p>
      </dgm:t>
    </dgm:pt>
    <dgm:pt modelId="{EEE9C768-F5D3-4A9D-8C28-FD58DE9F90D6}" type="parTrans" cxnId="{96D25EC6-2A80-4C7D-9843-07D1A91148B4}">
      <dgm:prSet/>
      <dgm:spPr/>
      <dgm:t>
        <a:bodyPr/>
        <a:lstStyle/>
        <a:p>
          <a:endParaRPr lang="en-US"/>
        </a:p>
      </dgm:t>
    </dgm:pt>
    <dgm:pt modelId="{A964BC2E-E1A6-4FB6-BDBA-34453481F073}" type="sibTrans" cxnId="{96D25EC6-2A80-4C7D-9843-07D1A91148B4}">
      <dgm:prSet/>
      <dgm:spPr/>
      <dgm:t>
        <a:bodyPr/>
        <a:lstStyle/>
        <a:p>
          <a:endParaRPr lang="en-US"/>
        </a:p>
      </dgm:t>
    </dgm:pt>
    <dgm:pt modelId="{0717F3A1-0C43-4185-B8EC-1297C2D62568}">
      <dgm:prSet/>
      <dgm:spPr/>
      <dgm:t>
        <a:bodyPr/>
        <a:lstStyle/>
        <a:p>
          <a:r>
            <a:rPr lang="pt-BR" b="1"/>
            <a:t>A - Authority (Autoridade)</a:t>
          </a:r>
          <a:endParaRPr lang="en-US"/>
        </a:p>
      </dgm:t>
    </dgm:pt>
    <dgm:pt modelId="{CD112E3E-C405-4E71-817B-7E9E43FD2AFA}" type="parTrans" cxnId="{393F691B-1BFC-455E-94D3-832F5C704ACA}">
      <dgm:prSet/>
      <dgm:spPr/>
      <dgm:t>
        <a:bodyPr/>
        <a:lstStyle/>
        <a:p>
          <a:endParaRPr lang="en-US"/>
        </a:p>
      </dgm:t>
    </dgm:pt>
    <dgm:pt modelId="{95945E8D-BEFB-4B7E-97FF-33AC6AE99530}" type="sibTrans" cxnId="{393F691B-1BFC-455E-94D3-832F5C704ACA}">
      <dgm:prSet/>
      <dgm:spPr/>
      <dgm:t>
        <a:bodyPr/>
        <a:lstStyle/>
        <a:p>
          <a:endParaRPr lang="en-US"/>
        </a:p>
      </dgm:t>
    </dgm:pt>
    <dgm:pt modelId="{C090E899-2728-4FDF-B7C6-8E1B3341C94F}">
      <dgm:prSet/>
      <dgm:spPr/>
      <dgm:t>
        <a:bodyPr/>
        <a:lstStyle/>
        <a:p>
          <a:r>
            <a:rPr lang="pt-BR" b="1" dirty="0"/>
            <a:t> Foco:</a:t>
          </a:r>
          <a:r>
            <a:rPr lang="pt-BR" dirty="0"/>
            <a:t> Identificar quem dá o "ok" final para o novo SKU.</a:t>
          </a:r>
          <a:endParaRPr lang="en-US" dirty="0"/>
        </a:p>
      </dgm:t>
    </dgm:pt>
    <dgm:pt modelId="{432D3C83-626A-4811-AB82-3B82C30440AB}" type="parTrans" cxnId="{F33AD287-BB40-4E97-904A-C84F9FCF00BB}">
      <dgm:prSet/>
      <dgm:spPr/>
      <dgm:t>
        <a:bodyPr/>
        <a:lstStyle/>
        <a:p>
          <a:endParaRPr lang="en-US"/>
        </a:p>
      </dgm:t>
    </dgm:pt>
    <dgm:pt modelId="{8E322A7D-5F34-411F-B339-BDE92C917F84}" type="sibTrans" cxnId="{F33AD287-BB40-4E97-904A-C84F9FCF00BB}">
      <dgm:prSet/>
      <dgm:spPr/>
      <dgm:t>
        <a:bodyPr/>
        <a:lstStyle/>
        <a:p>
          <a:endParaRPr lang="en-US"/>
        </a:p>
      </dgm:t>
    </dgm:pt>
    <dgm:pt modelId="{F3E12B21-2AB8-4404-A90C-86B1240B5607}">
      <dgm:prSet/>
      <dgm:spPr/>
      <dgm:t>
        <a:bodyPr/>
        <a:lstStyle/>
        <a:p>
          <a:r>
            <a:rPr lang="pt-BR" b="1" dirty="0"/>
            <a:t> Pergunta:</a:t>
          </a:r>
          <a:r>
            <a:rPr lang="pt-BR" dirty="0"/>
            <a:t> </a:t>
          </a:r>
          <a:r>
            <a:rPr lang="pt-BR" i="1" dirty="0"/>
            <a:t>"Além de você, mais alguém participa da decisão ou você mesmo já libera o pedido?"</a:t>
          </a:r>
          <a:endParaRPr lang="en-US" dirty="0"/>
        </a:p>
      </dgm:t>
    </dgm:pt>
    <dgm:pt modelId="{4BF19DD8-B159-4DBC-9AC7-10B0523F7E95}" type="parTrans" cxnId="{E9054DA2-4576-45F2-A397-8145258A4D76}">
      <dgm:prSet/>
      <dgm:spPr/>
      <dgm:t>
        <a:bodyPr/>
        <a:lstStyle/>
        <a:p>
          <a:endParaRPr lang="en-US"/>
        </a:p>
      </dgm:t>
    </dgm:pt>
    <dgm:pt modelId="{19083A37-3E67-4AC5-82BE-D9DA7C37E69C}" type="sibTrans" cxnId="{E9054DA2-4576-45F2-A397-8145258A4D76}">
      <dgm:prSet/>
      <dgm:spPr/>
      <dgm:t>
        <a:bodyPr/>
        <a:lstStyle/>
        <a:p>
          <a:endParaRPr lang="en-US"/>
        </a:p>
      </dgm:t>
    </dgm:pt>
    <dgm:pt modelId="{0229BD7A-8A5F-4FDD-92A9-2F0889417947}">
      <dgm:prSet/>
      <dgm:spPr/>
      <dgm:t>
        <a:bodyPr/>
        <a:lstStyle/>
        <a:p>
          <a:r>
            <a:rPr lang="pt-BR" b="1" dirty="0"/>
            <a:t> Dica:</a:t>
          </a:r>
          <a:r>
            <a:rPr lang="pt-BR" dirty="0"/>
            <a:t> Se não for o decisor, peça para ser apresentado para "ajudá-lo a vender a ideia".</a:t>
          </a:r>
          <a:endParaRPr lang="en-US" dirty="0"/>
        </a:p>
      </dgm:t>
    </dgm:pt>
    <dgm:pt modelId="{DBBBD3D1-B177-49BC-8191-75CD567140C4}" type="parTrans" cxnId="{FC2FF857-4EFF-46E9-8A13-E5AC775F70A2}">
      <dgm:prSet/>
      <dgm:spPr/>
      <dgm:t>
        <a:bodyPr/>
        <a:lstStyle/>
        <a:p>
          <a:endParaRPr lang="en-US"/>
        </a:p>
      </dgm:t>
    </dgm:pt>
    <dgm:pt modelId="{11322CC5-C50A-489C-91CD-06C30C980E71}" type="sibTrans" cxnId="{FC2FF857-4EFF-46E9-8A13-E5AC775F70A2}">
      <dgm:prSet/>
      <dgm:spPr/>
      <dgm:t>
        <a:bodyPr/>
        <a:lstStyle/>
        <a:p>
          <a:endParaRPr lang="en-US"/>
        </a:p>
      </dgm:t>
    </dgm:pt>
    <dgm:pt modelId="{6237880A-5439-4FE6-BF98-6302618C529F}">
      <dgm:prSet/>
      <dgm:spPr/>
      <dgm:t>
        <a:bodyPr/>
        <a:lstStyle/>
        <a:p>
          <a:r>
            <a:rPr lang="pt-BR" b="1"/>
            <a:t>N - Need (Necessidade)</a:t>
          </a:r>
          <a:endParaRPr lang="en-US"/>
        </a:p>
      </dgm:t>
    </dgm:pt>
    <dgm:pt modelId="{53A91617-BA10-4DAD-8709-D15F58D5F8D2}" type="parTrans" cxnId="{6761EC35-B497-41AC-8008-15F5BB306646}">
      <dgm:prSet/>
      <dgm:spPr/>
      <dgm:t>
        <a:bodyPr/>
        <a:lstStyle/>
        <a:p>
          <a:endParaRPr lang="en-US"/>
        </a:p>
      </dgm:t>
    </dgm:pt>
    <dgm:pt modelId="{0AF5B65D-0627-4C16-A541-6FF572414F9B}" type="sibTrans" cxnId="{6761EC35-B497-41AC-8008-15F5BB306646}">
      <dgm:prSet/>
      <dgm:spPr/>
      <dgm:t>
        <a:bodyPr/>
        <a:lstStyle/>
        <a:p>
          <a:endParaRPr lang="en-US"/>
        </a:p>
      </dgm:t>
    </dgm:pt>
    <dgm:pt modelId="{D59240B8-1129-41C5-A9FA-C89EBC73EB7C}">
      <dgm:prSet/>
      <dgm:spPr/>
      <dgm:t>
        <a:bodyPr/>
        <a:lstStyle/>
        <a:p>
          <a:r>
            <a:rPr lang="pt-BR" b="1" dirty="0"/>
            <a:t> Foco:</a:t>
          </a:r>
          <a:r>
            <a:rPr lang="pt-BR" dirty="0"/>
            <a:t> Giro de estoque e perfil de público (Classes A/B).</a:t>
          </a:r>
          <a:endParaRPr lang="en-US" dirty="0"/>
        </a:p>
      </dgm:t>
    </dgm:pt>
    <dgm:pt modelId="{42F4E928-2C64-4FE8-9D1A-15EABA0F3B1D}" type="parTrans" cxnId="{08354141-409E-4B99-B867-D92CC8FE7AF8}">
      <dgm:prSet/>
      <dgm:spPr/>
      <dgm:t>
        <a:bodyPr/>
        <a:lstStyle/>
        <a:p>
          <a:endParaRPr lang="en-US"/>
        </a:p>
      </dgm:t>
    </dgm:pt>
    <dgm:pt modelId="{3B4C0C78-FE07-49F9-9ECA-FE95949C3D4D}" type="sibTrans" cxnId="{08354141-409E-4B99-B867-D92CC8FE7AF8}">
      <dgm:prSet/>
      <dgm:spPr/>
      <dgm:t>
        <a:bodyPr/>
        <a:lstStyle/>
        <a:p>
          <a:endParaRPr lang="en-US"/>
        </a:p>
      </dgm:t>
    </dgm:pt>
    <dgm:pt modelId="{188B9AD7-DF7E-41AE-A5AA-58E17ABF7C62}">
      <dgm:prSet/>
      <dgm:spPr/>
      <dgm:t>
        <a:bodyPr/>
        <a:lstStyle/>
        <a:p>
          <a:r>
            <a:rPr lang="pt-BR" b="1" dirty="0"/>
            <a:t> Pergunta:</a:t>
          </a:r>
          <a:r>
            <a:rPr lang="pt-BR" dirty="0"/>
            <a:t> </a:t>
          </a:r>
          <a:r>
            <a:rPr lang="pt-BR" i="1" dirty="0"/>
            <a:t>"Seus clientes buscam opções naturais? Sente falta de produtos 'Clean </a:t>
          </a:r>
          <a:r>
            <a:rPr lang="pt-BR" i="1" dirty="0" err="1"/>
            <a:t>Label</a:t>
          </a:r>
          <a:r>
            <a:rPr lang="pt-BR" i="1" dirty="0"/>
            <a:t>' na gôndola?"</a:t>
          </a:r>
          <a:endParaRPr lang="en-US" dirty="0"/>
        </a:p>
      </dgm:t>
    </dgm:pt>
    <dgm:pt modelId="{8B29D736-DD3E-4DB6-A0B4-462050812717}" type="parTrans" cxnId="{5F6BC9E8-D81C-4AC7-A3C3-4C6D35A1B1B1}">
      <dgm:prSet/>
      <dgm:spPr/>
      <dgm:t>
        <a:bodyPr/>
        <a:lstStyle/>
        <a:p>
          <a:endParaRPr lang="en-US"/>
        </a:p>
      </dgm:t>
    </dgm:pt>
    <dgm:pt modelId="{1EE123D0-4858-4004-B226-C5444D18064F}" type="sibTrans" cxnId="{5F6BC9E8-D81C-4AC7-A3C3-4C6D35A1B1B1}">
      <dgm:prSet/>
      <dgm:spPr/>
      <dgm:t>
        <a:bodyPr/>
        <a:lstStyle/>
        <a:p>
          <a:endParaRPr lang="en-US"/>
        </a:p>
      </dgm:t>
    </dgm:pt>
    <dgm:pt modelId="{316AFC83-8D08-450A-89D3-D258B3E6E2FD}">
      <dgm:prSet/>
      <dgm:spPr/>
      <dgm:t>
        <a:bodyPr/>
        <a:lstStyle/>
        <a:p>
          <a:r>
            <a:rPr lang="pt-BR" b="1" dirty="0"/>
            <a:t> Alerta:</a:t>
          </a:r>
          <a:r>
            <a:rPr lang="pt-BR" dirty="0"/>
            <a:t> Sem a necessidade real, o produto fica parado na prateleira e não há recompra.</a:t>
          </a:r>
          <a:endParaRPr lang="en-US" dirty="0"/>
        </a:p>
      </dgm:t>
    </dgm:pt>
    <dgm:pt modelId="{EF3989AB-3501-41E5-B8B9-56871F1B9C8D}" type="parTrans" cxnId="{209BDD2F-1F80-4819-82AB-907022A55BCB}">
      <dgm:prSet/>
      <dgm:spPr/>
      <dgm:t>
        <a:bodyPr/>
        <a:lstStyle/>
        <a:p>
          <a:endParaRPr lang="en-US"/>
        </a:p>
      </dgm:t>
    </dgm:pt>
    <dgm:pt modelId="{BE4D383E-2E07-4BB6-97EE-4D8538B9679E}" type="sibTrans" cxnId="{209BDD2F-1F80-4819-82AB-907022A55BCB}">
      <dgm:prSet/>
      <dgm:spPr/>
      <dgm:t>
        <a:bodyPr/>
        <a:lstStyle/>
        <a:p>
          <a:endParaRPr lang="en-US"/>
        </a:p>
      </dgm:t>
    </dgm:pt>
    <dgm:pt modelId="{E1EA113D-76DF-4713-8BF0-202B17709341}">
      <dgm:prSet/>
      <dgm:spPr/>
      <dgm:t>
        <a:bodyPr/>
        <a:lstStyle/>
        <a:p>
          <a:r>
            <a:rPr lang="pt-BR" b="1"/>
            <a:t>T - Timeline (Tempo)</a:t>
          </a:r>
          <a:endParaRPr lang="en-US"/>
        </a:p>
      </dgm:t>
    </dgm:pt>
    <dgm:pt modelId="{6F4DB14A-6A61-473B-9218-BA39F20AF5DE}" type="parTrans" cxnId="{26054B11-1761-4742-B3EC-C9249CAD22A7}">
      <dgm:prSet/>
      <dgm:spPr/>
      <dgm:t>
        <a:bodyPr/>
        <a:lstStyle/>
        <a:p>
          <a:endParaRPr lang="en-US"/>
        </a:p>
      </dgm:t>
    </dgm:pt>
    <dgm:pt modelId="{E9B64855-5CE9-4388-84F8-F05FAD201FA5}" type="sibTrans" cxnId="{26054B11-1761-4742-B3EC-C9249CAD22A7}">
      <dgm:prSet/>
      <dgm:spPr/>
      <dgm:t>
        <a:bodyPr/>
        <a:lstStyle/>
        <a:p>
          <a:endParaRPr lang="en-US"/>
        </a:p>
      </dgm:t>
    </dgm:pt>
    <dgm:pt modelId="{BD2FB24C-952F-48DD-953D-301B2D247EE0}">
      <dgm:prSet/>
      <dgm:spPr/>
      <dgm:t>
        <a:bodyPr/>
        <a:lstStyle/>
        <a:p>
          <a:r>
            <a:rPr lang="pt-BR" b="1" dirty="0"/>
            <a:t> Foco:</a:t>
          </a:r>
          <a:r>
            <a:rPr lang="pt-BR" dirty="0"/>
            <a:t> Urgência para exposição e lucro.</a:t>
          </a:r>
          <a:endParaRPr lang="en-US" dirty="0"/>
        </a:p>
      </dgm:t>
    </dgm:pt>
    <dgm:pt modelId="{3EB3B0FA-F82E-43BD-A3AC-3EA491AB5535}" type="parTrans" cxnId="{550551A1-EF84-45E3-A817-9C21D35E0EC3}">
      <dgm:prSet/>
      <dgm:spPr/>
      <dgm:t>
        <a:bodyPr/>
        <a:lstStyle/>
        <a:p>
          <a:endParaRPr lang="en-US"/>
        </a:p>
      </dgm:t>
    </dgm:pt>
    <dgm:pt modelId="{58CE86CB-F777-4723-8CA1-528B831AB3A4}" type="sibTrans" cxnId="{550551A1-EF84-45E3-A817-9C21D35E0EC3}">
      <dgm:prSet/>
      <dgm:spPr/>
      <dgm:t>
        <a:bodyPr/>
        <a:lstStyle/>
        <a:p>
          <a:endParaRPr lang="en-US"/>
        </a:p>
      </dgm:t>
    </dgm:pt>
    <dgm:pt modelId="{CCB4C837-1FEC-4132-9FCC-8555ED9FCA3C}">
      <dgm:prSet/>
      <dgm:spPr/>
      <dgm:t>
        <a:bodyPr/>
        <a:lstStyle/>
        <a:p>
          <a:r>
            <a:rPr lang="pt-BR" b="1" dirty="0"/>
            <a:t> Pergunta:</a:t>
          </a:r>
          <a:r>
            <a:rPr lang="pt-BR" dirty="0"/>
            <a:t> </a:t>
          </a:r>
          <a:r>
            <a:rPr lang="pt-BR" i="1" dirty="0"/>
            <a:t>"Para quando você gostaria de ver esses produtos expostos e gerando lucro na sua prateleira?"</a:t>
          </a:r>
          <a:endParaRPr lang="en-US" dirty="0"/>
        </a:p>
      </dgm:t>
    </dgm:pt>
    <dgm:pt modelId="{C7380E0A-0008-491D-899A-4164639B1BC3}" type="parTrans" cxnId="{6B63C248-921C-4716-BA5D-161E23EEDDAD}">
      <dgm:prSet/>
      <dgm:spPr/>
      <dgm:t>
        <a:bodyPr/>
        <a:lstStyle/>
        <a:p>
          <a:endParaRPr lang="en-US"/>
        </a:p>
      </dgm:t>
    </dgm:pt>
    <dgm:pt modelId="{0D582FDC-9103-4C11-B4CA-2BF859E1B068}" type="sibTrans" cxnId="{6B63C248-921C-4716-BA5D-161E23EEDDAD}">
      <dgm:prSet/>
      <dgm:spPr/>
      <dgm:t>
        <a:bodyPr/>
        <a:lstStyle/>
        <a:p>
          <a:endParaRPr lang="en-US"/>
        </a:p>
      </dgm:t>
    </dgm:pt>
    <dgm:pt modelId="{59512F19-4462-4208-BC55-61E37E5ABE4E}">
      <dgm:prSet/>
      <dgm:spPr/>
      <dgm:t>
        <a:bodyPr/>
        <a:lstStyle/>
        <a:p>
          <a:r>
            <a:rPr lang="pt-BR" b="1" dirty="0"/>
            <a:t> Ação:</a:t>
          </a:r>
          <a:r>
            <a:rPr lang="pt-BR" dirty="0"/>
            <a:t> Use gatilhos de logística ou campanhas de marketing para acelerar o fechamento.</a:t>
          </a:r>
          <a:endParaRPr lang="en-US" dirty="0"/>
        </a:p>
      </dgm:t>
    </dgm:pt>
    <dgm:pt modelId="{C616F901-DFAF-4B4E-B215-D2D37693B443}" type="parTrans" cxnId="{0545799E-82E3-4859-A48F-D86B26030183}">
      <dgm:prSet/>
      <dgm:spPr/>
      <dgm:t>
        <a:bodyPr/>
        <a:lstStyle/>
        <a:p>
          <a:endParaRPr lang="en-US"/>
        </a:p>
      </dgm:t>
    </dgm:pt>
    <dgm:pt modelId="{E0124385-5D34-4A7D-B06A-D72924592DBB}" type="sibTrans" cxnId="{0545799E-82E3-4859-A48F-D86B26030183}">
      <dgm:prSet/>
      <dgm:spPr/>
      <dgm:t>
        <a:bodyPr/>
        <a:lstStyle/>
        <a:p>
          <a:endParaRPr lang="en-US"/>
        </a:p>
      </dgm:t>
    </dgm:pt>
    <dgm:pt modelId="{A66CC7AA-5363-46ED-AA36-FC26C7947B5C}" type="pres">
      <dgm:prSet presAssocID="{897212CF-8BB0-41C3-8C91-AF9CE207EEA1}" presName="linear" presStyleCnt="0">
        <dgm:presLayoutVars>
          <dgm:dir/>
          <dgm:animLvl val="lvl"/>
          <dgm:resizeHandles val="exact"/>
        </dgm:presLayoutVars>
      </dgm:prSet>
      <dgm:spPr/>
    </dgm:pt>
    <dgm:pt modelId="{678FF3A4-A955-4C71-8DED-FD1C595F21F2}" type="pres">
      <dgm:prSet presAssocID="{92153C37-3643-47AA-AA43-39BC5A16900F}" presName="parentLin" presStyleCnt="0"/>
      <dgm:spPr/>
    </dgm:pt>
    <dgm:pt modelId="{F5DE27A8-F065-4023-8226-A5D557B8C22D}" type="pres">
      <dgm:prSet presAssocID="{92153C37-3643-47AA-AA43-39BC5A16900F}" presName="parentLeftMargin" presStyleLbl="node1" presStyleIdx="0" presStyleCnt="4"/>
      <dgm:spPr/>
    </dgm:pt>
    <dgm:pt modelId="{3D16B79E-6293-46CE-8E9A-B316B25C41D4}" type="pres">
      <dgm:prSet presAssocID="{92153C37-3643-47AA-AA43-39BC5A1690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6CAC89E-2081-4C8C-91F0-D4A53D4E3CD9}" type="pres">
      <dgm:prSet presAssocID="{92153C37-3643-47AA-AA43-39BC5A16900F}" presName="negativeSpace" presStyleCnt="0"/>
      <dgm:spPr/>
    </dgm:pt>
    <dgm:pt modelId="{6A07C5C7-6B6A-476C-8D1A-66393DC67451}" type="pres">
      <dgm:prSet presAssocID="{92153C37-3643-47AA-AA43-39BC5A16900F}" presName="childText" presStyleLbl="conFgAcc1" presStyleIdx="0" presStyleCnt="4">
        <dgm:presLayoutVars>
          <dgm:bulletEnabled val="1"/>
        </dgm:presLayoutVars>
      </dgm:prSet>
      <dgm:spPr/>
    </dgm:pt>
    <dgm:pt modelId="{D02D0233-9866-4F9F-837F-C7568DA1DCAB}" type="pres">
      <dgm:prSet presAssocID="{B5FBDDE9-2D5C-4220-AFF0-4DCBC87FBA90}" presName="spaceBetweenRectangles" presStyleCnt="0"/>
      <dgm:spPr/>
    </dgm:pt>
    <dgm:pt modelId="{4E6A7F09-AEC4-4B73-8501-AD1FDEB246E3}" type="pres">
      <dgm:prSet presAssocID="{0717F3A1-0C43-4185-B8EC-1297C2D62568}" presName="parentLin" presStyleCnt="0"/>
      <dgm:spPr/>
    </dgm:pt>
    <dgm:pt modelId="{7F0B4421-8D07-4673-BE80-E651C04FA82B}" type="pres">
      <dgm:prSet presAssocID="{0717F3A1-0C43-4185-B8EC-1297C2D62568}" presName="parentLeftMargin" presStyleLbl="node1" presStyleIdx="0" presStyleCnt="4"/>
      <dgm:spPr/>
    </dgm:pt>
    <dgm:pt modelId="{1AA123CD-3232-41DB-A1CE-FE69974E0ABE}" type="pres">
      <dgm:prSet presAssocID="{0717F3A1-0C43-4185-B8EC-1297C2D625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3B0FF0-FF10-4C9C-AD5D-6C32A9E6D340}" type="pres">
      <dgm:prSet presAssocID="{0717F3A1-0C43-4185-B8EC-1297C2D62568}" presName="negativeSpace" presStyleCnt="0"/>
      <dgm:spPr/>
    </dgm:pt>
    <dgm:pt modelId="{C2BC0ADE-6924-44BE-84EA-9D23F33BA951}" type="pres">
      <dgm:prSet presAssocID="{0717F3A1-0C43-4185-B8EC-1297C2D62568}" presName="childText" presStyleLbl="conFgAcc1" presStyleIdx="1" presStyleCnt="4">
        <dgm:presLayoutVars>
          <dgm:bulletEnabled val="1"/>
        </dgm:presLayoutVars>
      </dgm:prSet>
      <dgm:spPr/>
    </dgm:pt>
    <dgm:pt modelId="{DCC85441-EE95-4C45-925E-7993E83B6155}" type="pres">
      <dgm:prSet presAssocID="{95945E8D-BEFB-4B7E-97FF-33AC6AE99530}" presName="spaceBetweenRectangles" presStyleCnt="0"/>
      <dgm:spPr/>
    </dgm:pt>
    <dgm:pt modelId="{9DF4087D-F107-46CE-B00D-379047475DBD}" type="pres">
      <dgm:prSet presAssocID="{6237880A-5439-4FE6-BF98-6302618C529F}" presName="parentLin" presStyleCnt="0"/>
      <dgm:spPr/>
    </dgm:pt>
    <dgm:pt modelId="{ADF57EB0-D81D-47F1-9DE4-A4626F2A44F3}" type="pres">
      <dgm:prSet presAssocID="{6237880A-5439-4FE6-BF98-6302618C529F}" presName="parentLeftMargin" presStyleLbl="node1" presStyleIdx="1" presStyleCnt="4"/>
      <dgm:spPr/>
    </dgm:pt>
    <dgm:pt modelId="{4646C87A-96C4-4C41-83E8-4C22C20F3EAE}" type="pres">
      <dgm:prSet presAssocID="{6237880A-5439-4FE6-BF98-6302618C52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5C1F0F-284B-4AAC-8031-DD46A82AF6D7}" type="pres">
      <dgm:prSet presAssocID="{6237880A-5439-4FE6-BF98-6302618C529F}" presName="negativeSpace" presStyleCnt="0"/>
      <dgm:spPr/>
    </dgm:pt>
    <dgm:pt modelId="{FA321232-3C1C-4F0B-AD19-445C7153F140}" type="pres">
      <dgm:prSet presAssocID="{6237880A-5439-4FE6-BF98-6302618C529F}" presName="childText" presStyleLbl="conFgAcc1" presStyleIdx="2" presStyleCnt="4">
        <dgm:presLayoutVars>
          <dgm:bulletEnabled val="1"/>
        </dgm:presLayoutVars>
      </dgm:prSet>
      <dgm:spPr/>
    </dgm:pt>
    <dgm:pt modelId="{0B977AC8-7D42-49D9-9876-72097D82BDE0}" type="pres">
      <dgm:prSet presAssocID="{0AF5B65D-0627-4C16-A541-6FF572414F9B}" presName="spaceBetweenRectangles" presStyleCnt="0"/>
      <dgm:spPr/>
    </dgm:pt>
    <dgm:pt modelId="{A11BB96E-E3C9-47D8-A85B-4B43CC87897B}" type="pres">
      <dgm:prSet presAssocID="{E1EA113D-76DF-4713-8BF0-202B17709341}" presName="parentLin" presStyleCnt="0"/>
      <dgm:spPr/>
    </dgm:pt>
    <dgm:pt modelId="{6AC9E7FE-02E9-4517-A253-102106FAFD9E}" type="pres">
      <dgm:prSet presAssocID="{E1EA113D-76DF-4713-8BF0-202B17709341}" presName="parentLeftMargin" presStyleLbl="node1" presStyleIdx="2" presStyleCnt="4"/>
      <dgm:spPr/>
    </dgm:pt>
    <dgm:pt modelId="{5603EDC0-6A1F-471E-80DB-5389714E717E}" type="pres">
      <dgm:prSet presAssocID="{E1EA113D-76DF-4713-8BF0-202B1770934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0F86A53-135D-42E0-BC86-05066A2F7B95}" type="pres">
      <dgm:prSet presAssocID="{E1EA113D-76DF-4713-8BF0-202B17709341}" presName="negativeSpace" presStyleCnt="0"/>
      <dgm:spPr/>
    </dgm:pt>
    <dgm:pt modelId="{53C6C83E-DE6E-4E56-B9A4-EF22023B2830}" type="pres">
      <dgm:prSet presAssocID="{E1EA113D-76DF-4713-8BF0-202B1770934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0A33401-19E3-4719-847D-9EBDCF15CE5B}" type="presOf" srcId="{E1EA113D-76DF-4713-8BF0-202B17709341}" destId="{5603EDC0-6A1F-471E-80DB-5389714E717E}" srcOrd="1" destOrd="0" presId="urn:microsoft.com/office/officeart/2005/8/layout/list1"/>
    <dgm:cxn modelId="{26054B11-1761-4742-B3EC-C9249CAD22A7}" srcId="{897212CF-8BB0-41C3-8C91-AF9CE207EEA1}" destId="{E1EA113D-76DF-4713-8BF0-202B17709341}" srcOrd="3" destOrd="0" parTransId="{6F4DB14A-6A61-473B-9218-BA39F20AF5DE}" sibTransId="{E9B64855-5CE9-4388-84F8-F05FAD201FA5}"/>
    <dgm:cxn modelId="{393F691B-1BFC-455E-94D3-832F5C704ACA}" srcId="{897212CF-8BB0-41C3-8C91-AF9CE207EEA1}" destId="{0717F3A1-0C43-4185-B8EC-1297C2D62568}" srcOrd="1" destOrd="0" parTransId="{CD112E3E-C405-4E71-817B-7E9E43FD2AFA}" sibTransId="{95945E8D-BEFB-4B7E-97FF-33AC6AE99530}"/>
    <dgm:cxn modelId="{8A906420-4699-46BB-9F94-030BCA78831B}" type="presOf" srcId="{0229BD7A-8A5F-4FDD-92A9-2F0889417947}" destId="{C2BC0ADE-6924-44BE-84EA-9D23F33BA951}" srcOrd="0" destOrd="2" presId="urn:microsoft.com/office/officeart/2005/8/layout/list1"/>
    <dgm:cxn modelId="{209BDD2F-1F80-4819-82AB-907022A55BCB}" srcId="{6237880A-5439-4FE6-BF98-6302618C529F}" destId="{316AFC83-8D08-450A-89D3-D258B3E6E2FD}" srcOrd="2" destOrd="0" parTransId="{EF3989AB-3501-41E5-B8B9-56871F1B9C8D}" sibTransId="{BE4D383E-2E07-4BB6-97EE-4D8538B9679E}"/>
    <dgm:cxn modelId="{CB839430-0F58-48B8-A23F-5185908DEE53}" type="presOf" srcId="{59512F19-4462-4208-BC55-61E37E5ABE4E}" destId="{53C6C83E-DE6E-4E56-B9A4-EF22023B2830}" srcOrd="0" destOrd="2" presId="urn:microsoft.com/office/officeart/2005/8/layout/list1"/>
    <dgm:cxn modelId="{6761EC35-B497-41AC-8008-15F5BB306646}" srcId="{897212CF-8BB0-41C3-8C91-AF9CE207EEA1}" destId="{6237880A-5439-4FE6-BF98-6302618C529F}" srcOrd="2" destOrd="0" parTransId="{53A91617-BA10-4DAD-8709-D15F58D5F8D2}" sibTransId="{0AF5B65D-0627-4C16-A541-6FF572414F9B}"/>
    <dgm:cxn modelId="{08354141-409E-4B99-B867-D92CC8FE7AF8}" srcId="{6237880A-5439-4FE6-BF98-6302618C529F}" destId="{D59240B8-1129-41C5-A9FA-C89EBC73EB7C}" srcOrd="0" destOrd="0" parTransId="{42F4E928-2C64-4FE8-9D1A-15EABA0F3B1D}" sibTransId="{3B4C0C78-FE07-49F9-9ECA-FE95949C3D4D}"/>
    <dgm:cxn modelId="{9C859D42-618D-478D-A74E-2FAE68F96E9A}" type="presOf" srcId="{188B9AD7-DF7E-41AE-A5AA-58E17ABF7C62}" destId="{FA321232-3C1C-4F0B-AD19-445C7153F140}" srcOrd="0" destOrd="1" presId="urn:microsoft.com/office/officeart/2005/8/layout/list1"/>
    <dgm:cxn modelId="{8E09E163-BE5C-4D96-9229-83FFC55F21F7}" type="presOf" srcId="{BDEC2C8A-14F1-4319-B64A-939C40B758A9}" destId="{6A07C5C7-6B6A-476C-8D1A-66393DC67451}" srcOrd="0" destOrd="1" presId="urn:microsoft.com/office/officeart/2005/8/layout/list1"/>
    <dgm:cxn modelId="{16855F45-9631-444C-BE55-395F07EA1291}" type="presOf" srcId="{92153C37-3643-47AA-AA43-39BC5A16900F}" destId="{F5DE27A8-F065-4023-8226-A5D557B8C22D}" srcOrd="0" destOrd="0" presId="urn:microsoft.com/office/officeart/2005/8/layout/list1"/>
    <dgm:cxn modelId="{466E3246-73F8-407B-8D64-266E82C0F29B}" type="presOf" srcId="{756425A8-8CDE-4F61-A3F1-62268784DC0B}" destId="{6A07C5C7-6B6A-476C-8D1A-66393DC67451}" srcOrd="0" destOrd="2" presId="urn:microsoft.com/office/officeart/2005/8/layout/list1"/>
    <dgm:cxn modelId="{6B63C248-921C-4716-BA5D-161E23EEDDAD}" srcId="{E1EA113D-76DF-4713-8BF0-202B17709341}" destId="{CCB4C837-1FEC-4132-9FCC-8555ED9FCA3C}" srcOrd="1" destOrd="0" parTransId="{C7380E0A-0008-491D-899A-4164639B1BC3}" sibTransId="{0D582FDC-9103-4C11-B4CA-2BF859E1B068}"/>
    <dgm:cxn modelId="{BD94184E-B5CF-47AA-BD32-A1B6A1AF5B31}" type="presOf" srcId="{897212CF-8BB0-41C3-8C91-AF9CE207EEA1}" destId="{A66CC7AA-5363-46ED-AA36-FC26C7947B5C}" srcOrd="0" destOrd="0" presId="urn:microsoft.com/office/officeart/2005/8/layout/list1"/>
    <dgm:cxn modelId="{51B98F76-F663-4446-86B2-59CD9C883494}" type="presOf" srcId="{A8121BFE-57BB-4C86-8B9A-495D10864A63}" destId="{6A07C5C7-6B6A-476C-8D1A-66393DC67451}" srcOrd="0" destOrd="0" presId="urn:microsoft.com/office/officeart/2005/8/layout/list1"/>
    <dgm:cxn modelId="{FC2FF857-4EFF-46E9-8A13-E5AC775F70A2}" srcId="{0717F3A1-0C43-4185-B8EC-1297C2D62568}" destId="{0229BD7A-8A5F-4FDD-92A9-2F0889417947}" srcOrd="2" destOrd="0" parTransId="{DBBBD3D1-B177-49BC-8191-75CD567140C4}" sibTransId="{11322CC5-C50A-489C-91CD-06C30C980E71}"/>
    <dgm:cxn modelId="{F33AD287-BB40-4E97-904A-C84F9FCF00BB}" srcId="{0717F3A1-0C43-4185-B8EC-1297C2D62568}" destId="{C090E899-2728-4FDF-B7C6-8E1B3341C94F}" srcOrd="0" destOrd="0" parTransId="{432D3C83-626A-4811-AB82-3B82C30440AB}" sibTransId="{8E322A7D-5F34-411F-B339-BDE92C917F84}"/>
    <dgm:cxn modelId="{41E8DE8D-E44B-4E66-BF40-AE886B8A77EE}" type="presOf" srcId="{C090E899-2728-4FDF-B7C6-8E1B3341C94F}" destId="{C2BC0ADE-6924-44BE-84EA-9D23F33BA951}" srcOrd="0" destOrd="0" presId="urn:microsoft.com/office/officeart/2005/8/layout/list1"/>
    <dgm:cxn modelId="{1C85EB91-74B1-4713-8C58-FFF2D2809A17}" type="presOf" srcId="{0717F3A1-0C43-4185-B8EC-1297C2D62568}" destId="{1AA123CD-3232-41DB-A1CE-FE69974E0ABE}" srcOrd="1" destOrd="0" presId="urn:microsoft.com/office/officeart/2005/8/layout/list1"/>
    <dgm:cxn modelId="{0545799E-82E3-4859-A48F-D86B26030183}" srcId="{E1EA113D-76DF-4713-8BF0-202B17709341}" destId="{59512F19-4462-4208-BC55-61E37E5ABE4E}" srcOrd="2" destOrd="0" parTransId="{C616F901-DFAF-4B4E-B215-D2D37693B443}" sibTransId="{E0124385-5D34-4A7D-B06A-D72924592DBB}"/>
    <dgm:cxn modelId="{550551A1-EF84-45E3-A817-9C21D35E0EC3}" srcId="{E1EA113D-76DF-4713-8BF0-202B17709341}" destId="{BD2FB24C-952F-48DD-953D-301B2D247EE0}" srcOrd="0" destOrd="0" parTransId="{3EB3B0FA-F82E-43BD-A3AC-3EA491AB5535}" sibTransId="{58CE86CB-F777-4723-8CA1-528B831AB3A4}"/>
    <dgm:cxn modelId="{39B479A1-AE73-48E6-9E00-5B576A7AAD2A}" type="presOf" srcId="{6237880A-5439-4FE6-BF98-6302618C529F}" destId="{ADF57EB0-D81D-47F1-9DE4-A4626F2A44F3}" srcOrd="0" destOrd="0" presId="urn:microsoft.com/office/officeart/2005/8/layout/list1"/>
    <dgm:cxn modelId="{E9054DA2-4576-45F2-A397-8145258A4D76}" srcId="{0717F3A1-0C43-4185-B8EC-1297C2D62568}" destId="{F3E12B21-2AB8-4404-A90C-86B1240B5607}" srcOrd="1" destOrd="0" parTransId="{4BF19DD8-B159-4DBC-9AC7-10B0523F7E95}" sibTransId="{19083A37-3E67-4AC5-82BE-D9DA7C37E69C}"/>
    <dgm:cxn modelId="{2CD4ABA3-1025-431B-A803-1F070B9A08DF}" type="presOf" srcId="{D59240B8-1129-41C5-A9FA-C89EBC73EB7C}" destId="{FA321232-3C1C-4F0B-AD19-445C7153F140}" srcOrd="0" destOrd="0" presId="urn:microsoft.com/office/officeart/2005/8/layout/list1"/>
    <dgm:cxn modelId="{FB7921A4-E9A0-4E06-A140-D008D0EC85CE}" type="presOf" srcId="{0717F3A1-0C43-4185-B8EC-1297C2D62568}" destId="{7F0B4421-8D07-4673-BE80-E651C04FA82B}" srcOrd="0" destOrd="0" presId="urn:microsoft.com/office/officeart/2005/8/layout/list1"/>
    <dgm:cxn modelId="{B92A66A9-625C-45F1-8AFA-1B41FA28FD4D}" srcId="{897212CF-8BB0-41C3-8C91-AF9CE207EEA1}" destId="{92153C37-3643-47AA-AA43-39BC5A16900F}" srcOrd="0" destOrd="0" parTransId="{4483EB88-DE8B-4F23-8667-C0B4ED6257BC}" sibTransId="{B5FBDDE9-2D5C-4220-AFF0-4DCBC87FBA90}"/>
    <dgm:cxn modelId="{530152B6-4BAA-4CA6-92CC-573CA10D5198}" type="presOf" srcId="{316AFC83-8D08-450A-89D3-D258B3E6E2FD}" destId="{FA321232-3C1C-4F0B-AD19-445C7153F140}" srcOrd="0" destOrd="2" presId="urn:microsoft.com/office/officeart/2005/8/layout/list1"/>
    <dgm:cxn modelId="{6DC921BD-1964-4DC3-875D-528CC54822D3}" type="presOf" srcId="{CCB4C837-1FEC-4132-9FCC-8555ED9FCA3C}" destId="{53C6C83E-DE6E-4E56-B9A4-EF22023B2830}" srcOrd="0" destOrd="1" presId="urn:microsoft.com/office/officeart/2005/8/layout/list1"/>
    <dgm:cxn modelId="{48A52FC6-C2ED-4FBE-8363-2218B75F08B0}" type="presOf" srcId="{BD2FB24C-952F-48DD-953D-301B2D247EE0}" destId="{53C6C83E-DE6E-4E56-B9A4-EF22023B2830}" srcOrd="0" destOrd="0" presId="urn:microsoft.com/office/officeart/2005/8/layout/list1"/>
    <dgm:cxn modelId="{96D25EC6-2A80-4C7D-9843-07D1A91148B4}" srcId="{92153C37-3643-47AA-AA43-39BC5A16900F}" destId="{756425A8-8CDE-4F61-A3F1-62268784DC0B}" srcOrd="2" destOrd="0" parTransId="{EEE9C768-F5D3-4A9D-8C28-FD58DE9F90D6}" sibTransId="{A964BC2E-E1A6-4FB6-BDBA-34453481F073}"/>
    <dgm:cxn modelId="{544791D1-8097-4875-9C6D-1C5204F4835A}" type="presOf" srcId="{E1EA113D-76DF-4713-8BF0-202B17709341}" destId="{6AC9E7FE-02E9-4517-A253-102106FAFD9E}" srcOrd="0" destOrd="0" presId="urn:microsoft.com/office/officeart/2005/8/layout/list1"/>
    <dgm:cxn modelId="{1620F1D4-7C69-4F42-B019-D7D5EA7DC762}" type="presOf" srcId="{F3E12B21-2AB8-4404-A90C-86B1240B5607}" destId="{C2BC0ADE-6924-44BE-84EA-9D23F33BA951}" srcOrd="0" destOrd="1" presId="urn:microsoft.com/office/officeart/2005/8/layout/list1"/>
    <dgm:cxn modelId="{8C01C1D5-34A7-4C66-B544-76D3B9F66676}" srcId="{92153C37-3643-47AA-AA43-39BC5A16900F}" destId="{A8121BFE-57BB-4C86-8B9A-495D10864A63}" srcOrd="0" destOrd="0" parTransId="{B14D7206-DD61-4949-9990-ED5FCFFE4293}" sibTransId="{641C1091-B839-4C5C-8A5B-0D0218E0EB7B}"/>
    <dgm:cxn modelId="{294AE1E3-FF4A-43A0-949D-5277A6608360}" type="presOf" srcId="{92153C37-3643-47AA-AA43-39BC5A16900F}" destId="{3D16B79E-6293-46CE-8E9A-B316B25C41D4}" srcOrd="1" destOrd="0" presId="urn:microsoft.com/office/officeart/2005/8/layout/list1"/>
    <dgm:cxn modelId="{5F6BC9E8-D81C-4AC7-A3C3-4C6D35A1B1B1}" srcId="{6237880A-5439-4FE6-BF98-6302618C529F}" destId="{188B9AD7-DF7E-41AE-A5AA-58E17ABF7C62}" srcOrd="1" destOrd="0" parTransId="{8B29D736-DD3E-4DB6-A0B4-462050812717}" sibTransId="{1EE123D0-4858-4004-B226-C5444D18064F}"/>
    <dgm:cxn modelId="{9C4D3BEB-F74B-4D2F-ADCE-A952820CF244}" srcId="{92153C37-3643-47AA-AA43-39BC5A16900F}" destId="{BDEC2C8A-14F1-4319-B64A-939C40B758A9}" srcOrd="1" destOrd="0" parTransId="{5FCB05F6-F799-40BB-98A4-27468343E163}" sibTransId="{3CA3DB1D-CD93-413C-BB7F-734B8526B7E9}"/>
    <dgm:cxn modelId="{2486FCEE-138B-4923-A8F9-81F85CD46E1E}" type="presOf" srcId="{6237880A-5439-4FE6-BF98-6302618C529F}" destId="{4646C87A-96C4-4C41-83E8-4C22C20F3EAE}" srcOrd="1" destOrd="0" presId="urn:microsoft.com/office/officeart/2005/8/layout/list1"/>
    <dgm:cxn modelId="{9C70DE55-0446-4F9A-884D-F5CCD553B177}" type="presParOf" srcId="{A66CC7AA-5363-46ED-AA36-FC26C7947B5C}" destId="{678FF3A4-A955-4C71-8DED-FD1C595F21F2}" srcOrd="0" destOrd="0" presId="urn:microsoft.com/office/officeart/2005/8/layout/list1"/>
    <dgm:cxn modelId="{F8C08E9A-1800-4C32-8418-DFB90EB0E1C9}" type="presParOf" srcId="{678FF3A4-A955-4C71-8DED-FD1C595F21F2}" destId="{F5DE27A8-F065-4023-8226-A5D557B8C22D}" srcOrd="0" destOrd="0" presId="urn:microsoft.com/office/officeart/2005/8/layout/list1"/>
    <dgm:cxn modelId="{EF4FA885-5EC4-4EF4-B97D-9A9BE207B522}" type="presParOf" srcId="{678FF3A4-A955-4C71-8DED-FD1C595F21F2}" destId="{3D16B79E-6293-46CE-8E9A-B316B25C41D4}" srcOrd="1" destOrd="0" presId="urn:microsoft.com/office/officeart/2005/8/layout/list1"/>
    <dgm:cxn modelId="{DDF4302E-F3C1-4A5A-9CF8-733501045B03}" type="presParOf" srcId="{A66CC7AA-5363-46ED-AA36-FC26C7947B5C}" destId="{46CAC89E-2081-4C8C-91F0-D4A53D4E3CD9}" srcOrd="1" destOrd="0" presId="urn:microsoft.com/office/officeart/2005/8/layout/list1"/>
    <dgm:cxn modelId="{448F4EC7-6072-4770-9AB7-96279C62ABA2}" type="presParOf" srcId="{A66CC7AA-5363-46ED-AA36-FC26C7947B5C}" destId="{6A07C5C7-6B6A-476C-8D1A-66393DC67451}" srcOrd="2" destOrd="0" presId="urn:microsoft.com/office/officeart/2005/8/layout/list1"/>
    <dgm:cxn modelId="{585EF0E3-D3D5-4B53-AA52-6CFD0BBB961E}" type="presParOf" srcId="{A66CC7AA-5363-46ED-AA36-FC26C7947B5C}" destId="{D02D0233-9866-4F9F-837F-C7568DA1DCAB}" srcOrd="3" destOrd="0" presId="urn:microsoft.com/office/officeart/2005/8/layout/list1"/>
    <dgm:cxn modelId="{25EFF764-387C-4471-BFB8-22CB1014EBC3}" type="presParOf" srcId="{A66CC7AA-5363-46ED-AA36-FC26C7947B5C}" destId="{4E6A7F09-AEC4-4B73-8501-AD1FDEB246E3}" srcOrd="4" destOrd="0" presId="urn:microsoft.com/office/officeart/2005/8/layout/list1"/>
    <dgm:cxn modelId="{1D6BFD88-78F4-47CB-815F-841321F9E88A}" type="presParOf" srcId="{4E6A7F09-AEC4-4B73-8501-AD1FDEB246E3}" destId="{7F0B4421-8D07-4673-BE80-E651C04FA82B}" srcOrd="0" destOrd="0" presId="urn:microsoft.com/office/officeart/2005/8/layout/list1"/>
    <dgm:cxn modelId="{BEEA7826-6EA3-4DA8-A09B-D76D5D46A620}" type="presParOf" srcId="{4E6A7F09-AEC4-4B73-8501-AD1FDEB246E3}" destId="{1AA123CD-3232-41DB-A1CE-FE69974E0ABE}" srcOrd="1" destOrd="0" presId="urn:microsoft.com/office/officeart/2005/8/layout/list1"/>
    <dgm:cxn modelId="{041B8ECE-F036-47D8-8300-ECEAE95A9EB4}" type="presParOf" srcId="{A66CC7AA-5363-46ED-AA36-FC26C7947B5C}" destId="{9C3B0FF0-FF10-4C9C-AD5D-6C32A9E6D340}" srcOrd="5" destOrd="0" presId="urn:microsoft.com/office/officeart/2005/8/layout/list1"/>
    <dgm:cxn modelId="{D3220447-BE5D-4C25-92B0-197CA3A277C0}" type="presParOf" srcId="{A66CC7AA-5363-46ED-AA36-FC26C7947B5C}" destId="{C2BC0ADE-6924-44BE-84EA-9D23F33BA951}" srcOrd="6" destOrd="0" presId="urn:microsoft.com/office/officeart/2005/8/layout/list1"/>
    <dgm:cxn modelId="{8AFBE674-DC8A-4257-B14A-DFA5FFFDAA2C}" type="presParOf" srcId="{A66CC7AA-5363-46ED-AA36-FC26C7947B5C}" destId="{DCC85441-EE95-4C45-925E-7993E83B6155}" srcOrd="7" destOrd="0" presId="urn:microsoft.com/office/officeart/2005/8/layout/list1"/>
    <dgm:cxn modelId="{03B2C198-6D6E-48A7-9514-FD4B5FC7FA39}" type="presParOf" srcId="{A66CC7AA-5363-46ED-AA36-FC26C7947B5C}" destId="{9DF4087D-F107-46CE-B00D-379047475DBD}" srcOrd="8" destOrd="0" presId="urn:microsoft.com/office/officeart/2005/8/layout/list1"/>
    <dgm:cxn modelId="{A2EA569E-F6BC-4C07-92B0-60B2DA7F80E8}" type="presParOf" srcId="{9DF4087D-F107-46CE-B00D-379047475DBD}" destId="{ADF57EB0-D81D-47F1-9DE4-A4626F2A44F3}" srcOrd="0" destOrd="0" presId="urn:microsoft.com/office/officeart/2005/8/layout/list1"/>
    <dgm:cxn modelId="{424EC9B5-78B9-40EF-966D-B3165D6A5D37}" type="presParOf" srcId="{9DF4087D-F107-46CE-B00D-379047475DBD}" destId="{4646C87A-96C4-4C41-83E8-4C22C20F3EAE}" srcOrd="1" destOrd="0" presId="urn:microsoft.com/office/officeart/2005/8/layout/list1"/>
    <dgm:cxn modelId="{10394B76-840B-41A5-8E56-EC8E49DF647C}" type="presParOf" srcId="{A66CC7AA-5363-46ED-AA36-FC26C7947B5C}" destId="{965C1F0F-284B-4AAC-8031-DD46A82AF6D7}" srcOrd="9" destOrd="0" presId="urn:microsoft.com/office/officeart/2005/8/layout/list1"/>
    <dgm:cxn modelId="{2146E102-9BC4-42ED-8ABA-91D8EE27D09B}" type="presParOf" srcId="{A66CC7AA-5363-46ED-AA36-FC26C7947B5C}" destId="{FA321232-3C1C-4F0B-AD19-445C7153F140}" srcOrd="10" destOrd="0" presId="urn:microsoft.com/office/officeart/2005/8/layout/list1"/>
    <dgm:cxn modelId="{50ED9BD0-265C-458A-B64C-118A131ABF85}" type="presParOf" srcId="{A66CC7AA-5363-46ED-AA36-FC26C7947B5C}" destId="{0B977AC8-7D42-49D9-9876-72097D82BDE0}" srcOrd="11" destOrd="0" presId="urn:microsoft.com/office/officeart/2005/8/layout/list1"/>
    <dgm:cxn modelId="{3407513F-7B46-4DE5-ABF1-8A4140B561EC}" type="presParOf" srcId="{A66CC7AA-5363-46ED-AA36-FC26C7947B5C}" destId="{A11BB96E-E3C9-47D8-A85B-4B43CC87897B}" srcOrd="12" destOrd="0" presId="urn:microsoft.com/office/officeart/2005/8/layout/list1"/>
    <dgm:cxn modelId="{C3DF87E4-40E5-4F80-A2AE-8CD1B7BC4363}" type="presParOf" srcId="{A11BB96E-E3C9-47D8-A85B-4B43CC87897B}" destId="{6AC9E7FE-02E9-4517-A253-102106FAFD9E}" srcOrd="0" destOrd="0" presId="urn:microsoft.com/office/officeart/2005/8/layout/list1"/>
    <dgm:cxn modelId="{034BD10F-E955-41E6-AB05-3C7950AC8DE3}" type="presParOf" srcId="{A11BB96E-E3C9-47D8-A85B-4B43CC87897B}" destId="{5603EDC0-6A1F-471E-80DB-5389714E717E}" srcOrd="1" destOrd="0" presId="urn:microsoft.com/office/officeart/2005/8/layout/list1"/>
    <dgm:cxn modelId="{AB1838AC-7AD0-4579-8E67-217866039DB8}" type="presParOf" srcId="{A66CC7AA-5363-46ED-AA36-FC26C7947B5C}" destId="{D0F86A53-135D-42E0-BC86-05066A2F7B95}" srcOrd="13" destOrd="0" presId="urn:microsoft.com/office/officeart/2005/8/layout/list1"/>
    <dgm:cxn modelId="{E17B5AB3-5E3E-4DDE-9D59-743227A51289}" type="presParOf" srcId="{A66CC7AA-5363-46ED-AA36-FC26C7947B5C}" destId="{53C6C83E-DE6E-4E56-B9A4-EF22023B283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81A2E-48B9-4EB1-A1B7-61CADB6FBB22}">
      <dsp:nvSpPr>
        <dsp:cNvPr id="0" name=""/>
        <dsp:cNvSpPr/>
      </dsp:nvSpPr>
      <dsp:spPr>
        <a:xfrm>
          <a:off x="0" y="31211"/>
          <a:ext cx="6894576" cy="786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B2C: CPF</a:t>
          </a:r>
          <a:endParaRPr lang="en-US" sz="3200" kern="1200"/>
        </a:p>
      </dsp:txBody>
      <dsp:txXfrm>
        <a:off x="38381" y="69592"/>
        <a:ext cx="6817814" cy="709478"/>
      </dsp:txXfrm>
    </dsp:sp>
    <dsp:sp modelId="{4A6FBBF9-E07E-46FF-AD5D-7D82032F4366}">
      <dsp:nvSpPr>
        <dsp:cNvPr id="0" name=""/>
        <dsp:cNvSpPr/>
      </dsp:nvSpPr>
      <dsp:spPr>
        <a:xfrm>
          <a:off x="0" y="909611"/>
          <a:ext cx="6894576" cy="786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B2B: CNPJ</a:t>
          </a:r>
          <a:endParaRPr lang="en-US" sz="3200" kern="1200"/>
        </a:p>
      </dsp:txBody>
      <dsp:txXfrm>
        <a:off x="38381" y="947992"/>
        <a:ext cx="6817814" cy="709478"/>
      </dsp:txXfrm>
    </dsp:sp>
    <dsp:sp modelId="{1E19D8B7-4807-43FF-A962-1A8A7A36E3D6}">
      <dsp:nvSpPr>
        <dsp:cNvPr id="0" name=""/>
        <dsp:cNvSpPr/>
      </dsp:nvSpPr>
      <dsp:spPr>
        <a:xfrm>
          <a:off x="0" y="1788012"/>
          <a:ext cx="6894576" cy="786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B2B2C: CNPJ &gt; CPF</a:t>
          </a:r>
          <a:endParaRPr lang="en-US" sz="3200" kern="1200"/>
        </a:p>
      </dsp:txBody>
      <dsp:txXfrm>
        <a:off x="38381" y="1826393"/>
        <a:ext cx="6817814" cy="709478"/>
      </dsp:txXfrm>
    </dsp:sp>
    <dsp:sp modelId="{A01579B9-018F-4E13-87B7-BC4BDC2AA836}">
      <dsp:nvSpPr>
        <dsp:cNvPr id="0" name=""/>
        <dsp:cNvSpPr/>
      </dsp:nvSpPr>
      <dsp:spPr>
        <a:xfrm>
          <a:off x="0" y="2666412"/>
          <a:ext cx="6894576" cy="786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B2B2B: CNPJ &gt; CNPJ</a:t>
          </a:r>
          <a:endParaRPr lang="en-US" sz="3200" kern="1200"/>
        </a:p>
      </dsp:txBody>
      <dsp:txXfrm>
        <a:off x="38381" y="2704793"/>
        <a:ext cx="6817814" cy="709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81A2E-48B9-4EB1-A1B7-61CADB6FBB22}">
      <dsp:nvSpPr>
        <dsp:cNvPr id="0" name=""/>
        <dsp:cNvSpPr/>
      </dsp:nvSpPr>
      <dsp:spPr>
        <a:xfrm>
          <a:off x="0" y="25617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CAC</a:t>
          </a:r>
        </a:p>
      </dsp:txBody>
      <dsp:txXfrm>
        <a:off x="32384" y="58001"/>
        <a:ext cx="1892048" cy="598621"/>
      </dsp:txXfrm>
    </dsp:sp>
    <dsp:sp modelId="{7359EE12-3B1D-475D-B4B6-A11233FACC4A}">
      <dsp:nvSpPr>
        <dsp:cNvPr id="0" name=""/>
        <dsp:cNvSpPr/>
      </dsp:nvSpPr>
      <dsp:spPr>
        <a:xfrm>
          <a:off x="0" y="746810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SaaS</a:t>
          </a:r>
        </a:p>
      </dsp:txBody>
      <dsp:txXfrm>
        <a:off x="32384" y="779194"/>
        <a:ext cx="1892048" cy="598621"/>
      </dsp:txXfrm>
    </dsp:sp>
    <dsp:sp modelId="{4A6FBBF9-E07E-46FF-AD5D-7D82032F4366}">
      <dsp:nvSpPr>
        <dsp:cNvPr id="0" name=""/>
        <dsp:cNvSpPr/>
      </dsp:nvSpPr>
      <dsp:spPr>
        <a:xfrm>
          <a:off x="0" y="1480245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 err="1"/>
            <a:t>Churn</a:t>
          </a:r>
          <a:endParaRPr lang="en-US" sz="2700" kern="1200" dirty="0"/>
        </a:p>
      </dsp:txBody>
      <dsp:txXfrm>
        <a:off x="32384" y="1512629"/>
        <a:ext cx="1892048" cy="598621"/>
      </dsp:txXfrm>
    </dsp:sp>
    <dsp:sp modelId="{1E19D8B7-4807-43FF-A962-1A8A7A36E3D6}">
      <dsp:nvSpPr>
        <dsp:cNvPr id="0" name=""/>
        <dsp:cNvSpPr/>
      </dsp:nvSpPr>
      <dsp:spPr>
        <a:xfrm>
          <a:off x="0" y="2229111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LTV</a:t>
          </a:r>
          <a:endParaRPr lang="en-US" sz="2700" kern="1200" dirty="0"/>
        </a:p>
      </dsp:txBody>
      <dsp:txXfrm>
        <a:off x="32384" y="2261495"/>
        <a:ext cx="1892048" cy="598621"/>
      </dsp:txXfrm>
    </dsp:sp>
    <dsp:sp modelId="{A01579B9-018F-4E13-87B7-BC4BDC2AA836}">
      <dsp:nvSpPr>
        <dsp:cNvPr id="0" name=""/>
        <dsp:cNvSpPr/>
      </dsp:nvSpPr>
      <dsp:spPr>
        <a:xfrm>
          <a:off x="0" y="2970261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MRR</a:t>
          </a:r>
        </a:p>
      </dsp:txBody>
      <dsp:txXfrm>
        <a:off x="32384" y="3002645"/>
        <a:ext cx="1892048" cy="5986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81A2E-48B9-4EB1-A1B7-61CADB6FBB22}">
      <dsp:nvSpPr>
        <dsp:cNvPr id="0" name=""/>
        <dsp:cNvSpPr/>
      </dsp:nvSpPr>
      <dsp:spPr>
        <a:xfrm>
          <a:off x="0" y="25617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UP-sell</a:t>
          </a:r>
        </a:p>
      </dsp:txBody>
      <dsp:txXfrm>
        <a:off x="32384" y="58001"/>
        <a:ext cx="1892048" cy="598621"/>
      </dsp:txXfrm>
    </dsp:sp>
    <dsp:sp modelId="{7359EE12-3B1D-475D-B4B6-A11233FACC4A}">
      <dsp:nvSpPr>
        <dsp:cNvPr id="0" name=""/>
        <dsp:cNvSpPr/>
      </dsp:nvSpPr>
      <dsp:spPr>
        <a:xfrm>
          <a:off x="0" y="746810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Cross-</a:t>
          </a:r>
          <a:r>
            <a:rPr lang="pt-BR" sz="2700" kern="1200" dirty="0" err="1"/>
            <a:t>sell</a:t>
          </a:r>
          <a:endParaRPr lang="pt-BR" sz="2700" kern="1200" dirty="0"/>
        </a:p>
      </dsp:txBody>
      <dsp:txXfrm>
        <a:off x="32384" y="779194"/>
        <a:ext cx="1892048" cy="598621"/>
      </dsp:txXfrm>
    </dsp:sp>
    <dsp:sp modelId="{4A6FBBF9-E07E-46FF-AD5D-7D82032F4366}">
      <dsp:nvSpPr>
        <dsp:cNvPr id="0" name=""/>
        <dsp:cNvSpPr/>
      </dsp:nvSpPr>
      <dsp:spPr>
        <a:xfrm>
          <a:off x="0" y="1480245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ICP</a:t>
          </a:r>
          <a:endParaRPr lang="en-US" sz="2700" kern="1200" dirty="0"/>
        </a:p>
      </dsp:txBody>
      <dsp:txXfrm>
        <a:off x="32384" y="1512629"/>
        <a:ext cx="1892048" cy="598621"/>
      </dsp:txXfrm>
    </dsp:sp>
    <dsp:sp modelId="{1E19D8B7-4807-43FF-A962-1A8A7A36E3D6}">
      <dsp:nvSpPr>
        <dsp:cNvPr id="0" name=""/>
        <dsp:cNvSpPr/>
      </dsp:nvSpPr>
      <dsp:spPr>
        <a:xfrm>
          <a:off x="0" y="2229111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Lead</a:t>
          </a:r>
          <a:endParaRPr lang="en-US" sz="2700" kern="1200" dirty="0"/>
        </a:p>
      </dsp:txBody>
      <dsp:txXfrm>
        <a:off x="32384" y="2261495"/>
        <a:ext cx="1892048" cy="598621"/>
      </dsp:txXfrm>
    </dsp:sp>
    <dsp:sp modelId="{A01579B9-018F-4E13-87B7-BC4BDC2AA836}">
      <dsp:nvSpPr>
        <dsp:cNvPr id="0" name=""/>
        <dsp:cNvSpPr/>
      </dsp:nvSpPr>
      <dsp:spPr>
        <a:xfrm>
          <a:off x="0" y="2970261"/>
          <a:ext cx="1956816" cy="6633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Follow-up</a:t>
          </a:r>
        </a:p>
      </dsp:txBody>
      <dsp:txXfrm>
        <a:off x="32384" y="3002645"/>
        <a:ext cx="1892048" cy="5986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0FFD6-E2DC-47C7-A738-8C86E97BA57B}">
      <dsp:nvSpPr>
        <dsp:cNvPr id="0" name=""/>
        <dsp:cNvSpPr/>
      </dsp:nvSpPr>
      <dsp:spPr>
        <a:xfrm>
          <a:off x="0" y="950430"/>
          <a:ext cx="6900512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/>
            <a:t>Venda cria expectativa</a:t>
          </a:r>
          <a:endParaRPr lang="en-US" sz="3400" kern="1200"/>
        </a:p>
      </dsp:txBody>
      <dsp:txXfrm>
        <a:off x="40780" y="991210"/>
        <a:ext cx="6818952" cy="753820"/>
      </dsp:txXfrm>
    </dsp:sp>
    <dsp:sp modelId="{17AAB8CC-B05D-4F40-8CB7-56060CB68F7D}">
      <dsp:nvSpPr>
        <dsp:cNvPr id="0" name=""/>
        <dsp:cNvSpPr/>
      </dsp:nvSpPr>
      <dsp:spPr>
        <a:xfrm>
          <a:off x="0" y="1883730"/>
          <a:ext cx="6900512" cy="83538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/>
            <a:t>Expectativa guia a experiência</a:t>
          </a:r>
          <a:endParaRPr lang="en-US" sz="3400" kern="1200"/>
        </a:p>
      </dsp:txBody>
      <dsp:txXfrm>
        <a:off x="40780" y="1924510"/>
        <a:ext cx="6818952" cy="753820"/>
      </dsp:txXfrm>
    </dsp:sp>
    <dsp:sp modelId="{E1F60401-34EB-467A-82EF-F3DB070D1795}">
      <dsp:nvSpPr>
        <dsp:cNvPr id="0" name=""/>
        <dsp:cNvSpPr/>
      </dsp:nvSpPr>
      <dsp:spPr>
        <a:xfrm>
          <a:off x="0" y="2817030"/>
          <a:ext cx="6900512" cy="83538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/>
            <a:t>Prometer demais destrói confiança</a:t>
          </a:r>
          <a:endParaRPr lang="en-US" sz="3400" kern="1200"/>
        </a:p>
      </dsp:txBody>
      <dsp:txXfrm>
        <a:off x="40780" y="2857810"/>
        <a:ext cx="6818952" cy="753820"/>
      </dsp:txXfrm>
    </dsp:sp>
    <dsp:sp modelId="{BB951BFC-816F-4A03-96B1-B38D76F42694}">
      <dsp:nvSpPr>
        <dsp:cNvPr id="0" name=""/>
        <dsp:cNvSpPr/>
      </dsp:nvSpPr>
      <dsp:spPr>
        <a:xfrm>
          <a:off x="0" y="3750330"/>
          <a:ext cx="6900512" cy="8353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/>
            <a:t>Prometer certo gera retenção</a:t>
          </a:r>
          <a:endParaRPr lang="en-US" sz="3400" kern="1200"/>
        </a:p>
      </dsp:txBody>
      <dsp:txXfrm>
        <a:off x="40780" y="3791110"/>
        <a:ext cx="6818952" cy="7538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86938-0729-497A-99EB-4245673810DB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BFBA4-B4A5-4DD0-99B0-F9692D38573B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No B2B, o custo de trazer um novo PDV (Ponto de Venda) pode ser alto. Manter o atual é a melhor estratégia.</a:t>
          </a:r>
          <a:endParaRPr lang="en-US" sz="2700" kern="1200" dirty="0"/>
        </a:p>
      </dsp:txBody>
      <dsp:txXfrm>
        <a:off x="0" y="2703"/>
        <a:ext cx="6900512" cy="1843578"/>
      </dsp:txXfrm>
    </dsp:sp>
    <dsp:sp modelId="{F534182E-23B9-4B82-8258-62D34B387AB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20C16-73A3-47AD-AA6C-EDE5836D02F5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b="1" kern="1200" dirty="0"/>
            <a:t>Checkpoints:</a:t>
          </a:r>
          <a:r>
            <a:rPr lang="pt-BR" sz="2700" kern="1200" dirty="0"/>
            <a:t> o time de </a:t>
          </a:r>
          <a:r>
            <a:rPr lang="pt-BR" sz="2700" kern="1200" dirty="0" err="1"/>
            <a:t>Inside</a:t>
          </a:r>
          <a:r>
            <a:rPr lang="pt-BR" sz="2700" kern="1200" dirty="0"/>
            <a:t> Sales deve ligar não apenas para vender, mas para perguntar: </a:t>
          </a:r>
          <a:r>
            <a:rPr lang="pt-BR" sz="2700" i="1" kern="1200" dirty="0"/>
            <a:t>"Como está a aceitação dos pais? Onde você posicionou os produtos no PDV?"</a:t>
          </a:r>
          <a:endParaRPr lang="en-US" sz="2700" kern="1200" dirty="0"/>
        </a:p>
      </dsp:txBody>
      <dsp:txXfrm>
        <a:off x="0" y="1846281"/>
        <a:ext cx="6900512" cy="1843578"/>
      </dsp:txXfrm>
    </dsp:sp>
    <dsp:sp modelId="{0327712C-9A73-4E4B-BC9D-05D0A7B0BB41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CBE92-E906-4384-8C11-9499FCC3EAC4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b="1" kern="1200" dirty="0"/>
            <a:t>Educação do Lojista:</a:t>
          </a:r>
          <a:r>
            <a:rPr lang="pt-BR" sz="2700" kern="1200" dirty="0"/>
            <a:t> ensine o dono da pequena loja a vender Papapá. Explique para ele que o sachê é "limpo" (clean </a:t>
          </a:r>
          <a:r>
            <a:rPr lang="pt-BR" sz="2700" kern="1200" dirty="0" err="1"/>
            <a:t>label</a:t>
          </a:r>
          <a:r>
            <a:rPr lang="pt-BR" sz="2700" kern="1200" dirty="0"/>
            <a:t>) para que ele use esse argumento com as mães.</a:t>
          </a:r>
          <a:endParaRPr lang="en-US" sz="2700" kern="1200" dirty="0"/>
        </a:p>
      </dsp:txBody>
      <dsp:txXfrm>
        <a:off x="0" y="3689859"/>
        <a:ext cx="6900512" cy="1843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FB0B2-40E7-4341-BBFE-C49A40DB43B1}">
      <dsp:nvSpPr>
        <dsp:cNvPr id="0" name=""/>
        <dsp:cNvSpPr/>
      </dsp:nvSpPr>
      <dsp:spPr>
        <a:xfrm>
          <a:off x="212335" y="302868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8FEA3-DF1D-454E-B015-31AD951B41FA}">
      <dsp:nvSpPr>
        <dsp:cNvPr id="0" name=""/>
        <dsp:cNvSpPr/>
      </dsp:nvSpPr>
      <dsp:spPr>
        <a:xfrm>
          <a:off x="492877" y="583410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3500A-4C02-4532-ADCE-7B24866FDDB4}">
      <dsp:nvSpPr>
        <dsp:cNvPr id="0" name=""/>
        <dsp:cNvSpPr/>
      </dsp:nvSpPr>
      <dsp:spPr>
        <a:xfrm>
          <a:off x="1834517" y="30286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Escuta ativa</a:t>
          </a:r>
          <a:endParaRPr lang="en-US" sz="2400" kern="1200"/>
        </a:p>
      </dsp:txBody>
      <dsp:txXfrm>
        <a:off x="1834517" y="302868"/>
        <a:ext cx="3148942" cy="1335915"/>
      </dsp:txXfrm>
    </dsp:sp>
    <dsp:sp modelId="{5CBC69CA-2D6A-4138-B3FB-2D5A00027760}">
      <dsp:nvSpPr>
        <dsp:cNvPr id="0" name=""/>
        <dsp:cNvSpPr/>
      </dsp:nvSpPr>
      <dsp:spPr>
        <a:xfrm>
          <a:off x="5532139" y="302868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10383-601A-472F-8FEF-D2C8D1D4BD51}">
      <dsp:nvSpPr>
        <dsp:cNvPr id="0" name=""/>
        <dsp:cNvSpPr/>
      </dsp:nvSpPr>
      <dsp:spPr>
        <a:xfrm>
          <a:off x="5812681" y="583410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C48A6-65C8-497F-AFFC-26918A6D6B72}">
      <dsp:nvSpPr>
        <dsp:cNvPr id="0" name=""/>
        <dsp:cNvSpPr/>
      </dsp:nvSpPr>
      <dsp:spPr>
        <a:xfrm>
          <a:off x="7154322" y="30286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Perguntas inteligentes</a:t>
          </a:r>
          <a:endParaRPr lang="en-US" sz="2400" kern="1200"/>
        </a:p>
      </dsp:txBody>
      <dsp:txXfrm>
        <a:off x="7154322" y="302868"/>
        <a:ext cx="3148942" cy="1335915"/>
      </dsp:txXfrm>
    </dsp:sp>
    <dsp:sp modelId="{5B10DE18-EEBB-4D7F-9490-624BA6E64139}">
      <dsp:nvSpPr>
        <dsp:cNvPr id="0" name=""/>
        <dsp:cNvSpPr/>
      </dsp:nvSpPr>
      <dsp:spPr>
        <a:xfrm>
          <a:off x="212335" y="231009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EC05A-1981-4858-BA49-444D082364B9}">
      <dsp:nvSpPr>
        <dsp:cNvPr id="0" name=""/>
        <dsp:cNvSpPr/>
      </dsp:nvSpPr>
      <dsp:spPr>
        <a:xfrm>
          <a:off x="492877" y="259063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08C82-77D4-4DA8-A5C1-17149D3CD252}">
      <dsp:nvSpPr>
        <dsp:cNvPr id="0" name=""/>
        <dsp:cNvSpPr/>
      </dsp:nvSpPr>
      <dsp:spPr>
        <a:xfrm>
          <a:off x="1834517" y="23100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Educação do cliente</a:t>
          </a:r>
          <a:endParaRPr lang="en-US" sz="2400" kern="1200" dirty="0"/>
        </a:p>
      </dsp:txBody>
      <dsp:txXfrm>
        <a:off x="1834517" y="2310092"/>
        <a:ext cx="3148942" cy="1335915"/>
      </dsp:txXfrm>
    </dsp:sp>
    <dsp:sp modelId="{D24FD252-DA4D-4A5C-A34C-D70B912DE5AD}">
      <dsp:nvSpPr>
        <dsp:cNvPr id="0" name=""/>
        <dsp:cNvSpPr/>
      </dsp:nvSpPr>
      <dsp:spPr>
        <a:xfrm>
          <a:off x="5532139" y="231009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47D28-8C04-4EDE-925B-40B2D3AD5DB9}">
      <dsp:nvSpPr>
        <dsp:cNvPr id="0" name=""/>
        <dsp:cNvSpPr/>
      </dsp:nvSpPr>
      <dsp:spPr>
        <a:xfrm>
          <a:off x="5812681" y="259063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04384-5105-45BA-B359-DB67C73D5A38}">
      <dsp:nvSpPr>
        <dsp:cNvPr id="0" name=""/>
        <dsp:cNvSpPr/>
      </dsp:nvSpPr>
      <dsp:spPr>
        <a:xfrm>
          <a:off x="7154322" y="23100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Foco na realidade do cliente</a:t>
          </a:r>
          <a:endParaRPr lang="en-US" sz="2400" kern="1200" dirty="0"/>
        </a:p>
      </dsp:txBody>
      <dsp:txXfrm>
        <a:off x="7154322" y="2310092"/>
        <a:ext cx="3148942" cy="13359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DA8C1-9444-4ABE-911F-A4F396F7C635}">
      <dsp:nvSpPr>
        <dsp:cNvPr id="0" name=""/>
        <dsp:cNvSpPr/>
      </dsp:nvSpPr>
      <dsp:spPr>
        <a:xfrm>
          <a:off x="478800" y="89443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22141-0572-41AC-8844-E5AAD4565433}">
      <dsp:nvSpPr>
        <dsp:cNvPr id="0" name=""/>
        <dsp:cNvSpPr/>
      </dsp:nvSpPr>
      <dsp:spPr>
        <a:xfrm>
          <a:off x="712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DD3DB-0E90-4B87-A829-B775717F349C}">
      <dsp:nvSpPr>
        <dsp:cNvPr id="0" name=""/>
        <dsp:cNvSpPr/>
      </dsp:nvSpPr>
      <dsp:spPr>
        <a:xfrm>
          <a:off x="12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Expectativa criada na venda</a:t>
          </a:r>
          <a:endParaRPr lang="en-US" sz="1700" kern="1200"/>
        </a:p>
      </dsp:txBody>
      <dsp:txXfrm>
        <a:off x="127800" y="2334438"/>
        <a:ext cx="1800000" cy="720000"/>
      </dsp:txXfrm>
    </dsp:sp>
    <dsp:sp modelId="{70136D84-BFB8-43CD-AA36-F62153F3BB83}">
      <dsp:nvSpPr>
        <dsp:cNvPr id="0" name=""/>
        <dsp:cNvSpPr/>
      </dsp:nvSpPr>
      <dsp:spPr>
        <a:xfrm>
          <a:off x="2593800" y="89443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F1D73-7FF6-4A34-B363-DD81FA3C716E}">
      <dsp:nvSpPr>
        <dsp:cNvPr id="0" name=""/>
        <dsp:cNvSpPr/>
      </dsp:nvSpPr>
      <dsp:spPr>
        <a:xfrm>
          <a:off x="2827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ED8E0-BBCB-4796-A13A-46243E25AC27}">
      <dsp:nvSpPr>
        <dsp:cNvPr id="0" name=""/>
        <dsp:cNvSpPr/>
      </dsp:nvSpPr>
      <dsp:spPr>
        <a:xfrm>
          <a:off x="224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Primeiro valor percebido</a:t>
          </a:r>
          <a:endParaRPr lang="en-US" sz="1700" kern="1200"/>
        </a:p>
      </dsp:txBody>
      <dsp:txXfrm>
        <a:off x="2242800" y="2334438"/>
        <a:ext cx="1800000" cy="720000"/>
      </dsp:txXfrm>
    </dsp:sp>
    <dsp:sp modelId="{43807C6A-2D65-432F-B260-23B1B0219652}">
      <dsp:nvSpPr>
        <dsp:cNvPr id="0" name=""/>
        <dsp:cNvSpPr/>
      </dsp:nvSpPr>
      <dsp:spPr>
        <a:xfrm>
          <a:off x="4708800" y="89443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6C791-91FC-4191-946F-469B0E96DCE8}">
      <dsp:nvSpPr>
        <dsp:cNvPr id="0" name=""/>
        <dsp:cNvSpPr/>
      </dsp:nvSpPr>
      <dsp:spPr>
        <a:xfrm>
          <a:off x="4942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DED81-2126-42B7-81B6-7BEFBDF387E3}">
      <dsp:nvSpPr>
        <dsp:cNvPr id="0" name=""/>
        <dsp:cNvSpPr/>
      </dsp:nvSpPr>
      <dsp:spPr>
        <a:xfrm>
          <a:off x="435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Uso recorrente</a:t>
          </a:r>
          <a:endParaRPr lang="en-US" sz="1700" kern="1200"/>
        </a:p>
      </dsp:txBody>
      <dsp:txXfrm>
        <a:off x="4357800" y="2334438"/>
        <a:ext cx="1800000" cy="720000"/>
      </dsp:txXfrm>
    </dsp:sp>
    <dsp:sp modelId="{9F68C5B8-8475-4B22-B2DF-7B65A8E6806E}">
      <dsp:nvSpPr>
        <dsp:cNvPr id="0" name=""/>
        <dsp:cNvSpPr/>
      </dsp:nvSpPr>
      <dsp:spPr>
        <a:xfrm>
          <a:off x="6823800" y="89443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9E5BD-5FBA-4367-87B0-F0DD84131256}">
      <dsp:nvSpPr>
        <dsp:cNvPr id="0" name=""/>
        <dsp:cNvSpPr/>
      </dsp:nvSpPr>
      <dsp:spPr>
        <a:xfrm>
          <a:off x="7057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09522-9A85-4666-BCE6-9C55C0D5E6C2}">
      <dsp:nvSpPr>
        <dsp:cNvPr id="0" name=""/>
        <dsp:cNvSpPr/>
      </dsp:nvSpPr>
      <dsp:spPr>
        <a:xfrm>
          <a:off x="647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Resultado alcançado</a:t>
          </a:r>
          <a:endParaRPr lang="en-US" sz="1700" kern="1200"/>
        </a:p>
      </dsp:txBody>
      <dsp:txXfrm>
        <a:off x="6472800" y="2334438"/>
        <a:ext cx="1800000" cy="720000"/>
      </dsp:txXfrm>
    </dsp:sp>
    <dsp:sp modelId="{83C645DB-1A12-419E-8F92-2D0DF7E74141}">
      <dsp:nvSpPr>
        <dsp:cNvPr id="0" name=""/>
        <dsp:cNvSpPr/>
      </dsp:nvSpPr>
      <dsp:spPr>
        <a:xfrm>
          <a:off x="8938800" y="894438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B35BC-987A-412D-8BE1-D7438EF5DAD8}">
      <dsp:nvSpPr>
        <dsp:cNvPr id="0" name=""/>
        <dsp:cNvSpPr/>
      </dsp:nvSpPr>
      <dsp:spPr>
        <a:xfrm>
          <a:off x="9172800" y="112843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A54B1-73BB-4CD9-9D62-ECCA3CB58839}">
      <dsp:nvSpPr>
        <dsp:cNvPr id="0" name=""/>
        <dsp:cNvSpPr/>
      </dsp:nvSpPr>
      <dsp:spPr>
        <a:xfrm>
          <a:off x="858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Expansão e indicação</a:t>
          </a:r>
          <a:endParaRPr lang="en-US" sz="1700" kern="1200"/>
        </a:p>
      </dsp:txBody>
      <dsp:txXfrm>
        <a:off x="8587800" y="2334438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3E106-5C94-4BE3-8A78-FB6666FC35DD}">
      <dsp:nvSpPr>
        <dsp:cNvPr id="0" name=""/>
        <dsp:cNvSpPr/>
      </dsp:nvSpPr>
      <dsp:spPr>
        <a:xfrm>
          <a:off x="3080" y="38580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Conversão</a:t>
          </a:r>
          <a:endParaRPr lang="en-US" sz="3600" kern="1200"/>
        </a:p>
      </dsp:txBody>
      <dsp:txXfrm>
        <a:off x="3080" y="385801"/>
        <a:ext cx="2444055" cy="1466433"/>
      </dsp:txXfrm>
    </dsp:sp>
    <dsp:sp modelId="{7098384E-F162-4CFC-A6F1-B70C22FDB1A8}">
      <dsp:nvSpPr>
        <dsp:cNvPr id="0" name=""/>
        <dsp:cNvSpPr/>
      </dsp:nvSpPr>
      <dsp:spPr>
        <a:xfrm>
          <a:off x="2691541" y="38580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Churn</a:t>
          </a:r>
          <a:endParaRPr lang="en-US" sz="3600" kern="1200"/>
        </a:p>
      </dsp:txBody>
      <dsp:txXfrm>
        <a:off x="2691541" y="385801"/>
        <a:ext cx="2444055" cy="1466433"/>
      </dsp:txXfrm>
    </dsp:sp>
    <dsp:sp modelId="{733338B6-7D7E-400E-ABE1-B4234F00ED73}">
      <dsp:nvSpPr>
        <dsp:cNvPr id="0" name=""/>
        <dsp:cNvSpPr/>
      </dsp:nvSpPr>
      <dsp:spPr>
        <a:xfrm>
          <a:off x="5380002" y="38580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Retenção</a:t>
          </a:r>
          <a:endParaRPr lang="en-US" sz="3600" kern="1200" dirty="0"/>
        </a:p>
      </dsp:txBody>
      <dsp:txXfrm>
        <a:off x="5380002" y="385801"/>
        <a:ext cx="2444055" cy="1466433"/>
      </dsp:txXfrm>
    </dsp:sp>
    <dsp:sp modelId="{A0C2F428-511D-4076-9A35-55581C82F2EA}">
      <dsp:nvSpPr>
        <dsp:cNvPr id="0" name=""/>
        <dsp:cNvSpPr/>
      </dsp:nvSpPr>
      <dsp:spPr>
        <a:xfrm>
          <a:off x="8068463" y="385801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LTV</a:t>
          </a:r>
          <a:endParaRPr lang="en-US" sz="3600" kern="1200" dirty="0"/>
        </a:p>
      </dsp:txBody>
      <dsp:txXfrm>
        <a:off x="8068463" y="385801"/>
        <a:ext cx="2444055" cy="1466433"/>
      </dsp:txXfrm>
    </dsp:sp>
    <dsp:sp modelId="{FA870EC1-8A89-4EB1-95B0-953E2B5E7A41}">
      <dsp:nvSpPr>
        <dsp:cNvPr id="0" name=""/>
        <dsp:cNvSpPr/>
      </dsp:nvSpPr>
      <dsp:spPr>
        <a:xfrm>
          <a:off x="3080" y="2096640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Satisfação do cliente</a:t>
          </a:r>
          <a:endParaRPr lang="en-US" sz="3600" kern="1200"/>
        </a:p>
      </dsp:txBody>
      <dsp:txXfrm>
        <a:off x="3080" y="2096640"/>
        <a:ext cx="2444055" cy="1466433"/>
      </dsp:txXfrm>
    </dsp:sp>
    <dsp:sp modelId="{B7C096C6-C8C4-4676-A9E5-D1C3C186BA86}">
      <dsp:nvSpPr>
        <dsp:cNvPr id="0" name=""/>
        <dsp:cNvSpPr/>
      </dsp:nvSpPr>
      <dsp:spPr>
        <a:xfrm>
          <a:off x="2691541" y="2096640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Receita</a:t>
          </a:r>
          <a:endParaRPr lang="en-US" sz="3600" kern="1200"/>
        </a:p>
      </dsp:txBody>
      <dsp:txXfrm>
        <a:off x="2691541" y="2096640"/>
        <a:ext cx="2444055" cy="1466433"/>
      </dsp:txXfrm>
    </dsp:sp>
    <dsp:sp modelId="{61E187DF-181D-41BF-BC70-140486DF08B7}">
      <dsp:nvSpPr>
        <dsp:cNvPr id="0" name=""/>
        <dsp:cNvSpPr/>
      </dsp:nvSpPr>
      <dsp:spPr>
        <a:xfrm>
          <a:off x="5380002" y="2096640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Up-sell</a:t>
          </a:r>
          <a:endParaRPr lang="en-US" sz="3600" kern="1200"/>
        </a:p>
      </dsp:txBody>
      <dsp:txXfrm>
        <a:off x="5380002" y="2096640"/>
        <a:ext cx="2444055" cy="1466433"/>
      </dsp:txXfrm>
    </dsp:sp>
    <dsp:sp modelId="{A1D6C204-9C3A-4830-802D-E8F57A0C9BA1}">
      <dsp:nvSpPr>
        <dsp:cNvPr id="0" name=""/>
        <dsp:cNvSpPr/>
      </dsp:nvSpPr>
      <dsp:spPr>
        <a:xfrm>
          <a:off x="8068463" y="2096640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Cross-sell</a:t>
          </a:r>
          <a:endParaRPr lang="en-US" sz="3600" kern="1200"/>
        </a:p>
      </dsp:txBody>
      <dsp:txXfrm>
        <a:off x="8068463" y="2096640"/>
        <a:ext cx="2444055" cy="14664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0893D-3D87-43E4-A1BE-9C742EF65478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393A1-9CE6-4843-9985-3B51D21E8CAC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D8624-84CA-4451-AA21-131C49C36C9F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 - Situação: "Quais marcas de alimentação infantil você trabalha hoje? Como é o giro dessa categoria?“</a:t>
          </a:r>
          <a:endParaRPr lang="en-US" sz="1700" kern="1200" dirty="0"/>
        </a:p>
      </dsp:txBody>
      <dsp:txXfrm>
        <a:off x="1058686" y="1808"/>
        <a:ext cx="9456913" cy="916611"/>
      </dsp:txXfrm>
    </dsp:sp>
    <dsp:sp modelId="{530771CC-48C8-4C4B-AB7F-7D314CE44E32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EAB3BB-C31A-4ED3-B362-C2B621F68F99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F3121-B5BA-41BB-B7E9-7D275688E3B2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 - Problema: "Você sente que os pais reclamam do preço das marcas tradicionais ou da falta de opções saudáveis/práticas?“</a:t>
          </a:r>
          <a:endParaRPr lang="en-US" sz="1700" kern="1200" dirty="0"/>
        </a:p>
      </dsp:txBody>
      <dsp:txXfrm>
        <a:off x="1058686" y="1147573"/>
        <a:ext cx="9456913" cy="916611"/>
      </dsp:txXfrm>
    </dsp:sp>
    <dsp:sp modelId="{84434363-65AF-4D69-A83E-370B4F486C98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082C2-6DE1-48CE-8086-EEBD3D9262C3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1A64F-ED60-4AF9-B198-7AA074E4B942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 - Implicação: "Se você continuar oferecendo apenas o 'mesmo do mesmo', corre o risco de perder essa mãe/pai para o supermercado grande ou para o e-commerce?“</a:t>
          </a:r>
          <a:endParaRPr lang="en-US" sz="1700" kern="1200" dirty="0"/>
        </a:p>
      </dsp:txBody>
      <dsp:txXfrm>
        <a:off x="1058686" y="2293338"/>
        <a:ext cx="9456913" cy="916611"/>
      </dsp:txXfrm>
    </dsp:sp>
    <dsp:sp modelId="{3203FE47-DA93-42F7-B93E-1529BE4220A6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8DDF4-C981-4474-AC8C-1E02809D21C9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A01AA-61E9-4AF8-9FB9-F6362B6F0B87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N - Necessidade de Solução: "Se você tivesse um produto que não precisa de geladeira, é 100% natural e tem uma margem X%, como isso ajudaria no seu faturamento de final de mês?"</a:t>
          </a:r>
          <a:endParaRPr lang="en-US" sz="1700" kern="1200" dirty="0"/>
        </a:p>
      </dsp:txBody>
      <dsp:txXfrm>
        <a:off x="1058686" y="3439103"/>
        <a:ext cx="9456913" cy="91661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B9336-95E4-4536-9EB8-C3F5AB69D5D0}">
      <dsp:nvSpPr>
        <dsp:cNvPr id="0" name=""/>
        <dsp:cNvSpPr/>
      </dsp:nvSpPr>
      <dsp:spPr>
        <a:xfrm>
          <a:off x="0" y="0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No B2B para pequenos e médios, a confiança é tudo. O lojista é bombardeado por vendedores de grandes indústrias.</a:t>
          </a:r>
          <a:endParaRPr lang="en-US" sz="1600" kern="1200"/>
        </a:p>
      </dsp:txBody>
      <dsp:txXfrm>
        <a:off x="25445" y="25445"/>
        <a:ext cx="7401618" cy="817862"/>
      </dsp:txXfrm>
    </dsp:sp>
    <dsp:sp modelId="{8CC0E2A6-C6F2-480A-9433-EFB765DF22A3}">
      <dsp:nvSpPr>
        <dsp:cNvPr id="0" name=""/>
        <dsp:cNvSpPr/>
      </dsp:nvSpPr>
      <dsp:spPr>
        <a:xfrm>
          <a:off x="704545" y="1026707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Espelhamento:</a:t>
          </a:r>
          <a:r>
            <a:rPr lang="pt-BR" sz="1600" kern="1200"/>
            <a:t> Se o lojista é prático e rápido, seja direto. Se ele gosta de contar a história da loja, ouça.</a:t>
          </a:r>
          <a:endParaRPr lang="en-US" sz="1600" kern="1200"/>
        </a:p>
      </dsp:txBody>
      <dsp:txXfrm>
        <a:off x="729990" y="1052152"/>
        <a:ext cx="7092355" cy="817862"/>
      </dsp:txXfrm>
    </dsp:sp>
    <dsp:sp modelId="{F561DAAF-744D-457B-987E-E56976BA4BF8}">
      <dsp:nvSpPr>
        <dsp:cNvPr id="0" name=""/>
        <dsp:cNvSpPr/>
      </dsp:nvSpPr>
      <dsp:spPr>
        <a:xfrm>
          <a:off x="1398574" y="2053415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Validação do negócio:</a:t>
          </a:r>
          <a:r>
            <a:rPr lang="pt-BR" sz="1600" kern="1200" dirty="0"/>
            <a:t> </a:t>
          </a:r>
          <a:r>
            <a:rPr lang="pt-BR" sz="1600" i="1" kern="1200" dirty="0"/>
            <a:t>"Vi que sua loja foca muito em produtos naturais/premium, a curadoria de vocês é muito boa."</a:t>
          </a:r>
          <a:endParaRPr lang="en-US" sz="1600" kern="1200" dirty="0"/>
        </a:p>
      </dsp:txBody>
      <dsp:txXfrm>
        <a:off x="1424019" y="2078860"/>
        <a:ext cx="7102871" cy="817862"/>
      </dsp:txXfrm>
    </dsp:sp>
    <dsp:sp modelId="{0339E29F-A7F0-429F-86B7-A7BEECE78456}">
      <dsp:nvSpPr>
        <dsp:cNvPr id="0" name=""/>
        <dsp:cNvSpPr/>
      </dsp:nvSpPr>
      <dsp:spPr>
        <a:xfrm>
          <a:off x="2103119" y="3080123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Conexão com a causa:</a:t>
          </a:r>
          <a:r>
            <a:rPr lang="pt-BR" sz="1600" kern="1200" dirty="0"/>
            <a:t> </a:t>
          </a:r>
          <a:r>
            <a:rPr lang="pt-BR" sz="1600" i="1" kern="1200" dirty="0"/>
            <a:t>"A Papapá nasceu para ajudar pais que não querem abrir mão da nutrição pela praticidade. Você sente que seus clientes buscam isso?"</a:t>
          </a:r>
          <a:endParaRPr lang="en-US" sz="1600" kern="1200" dirty="0"/>
        </a:p>
      </dsp:txBody>
      <dsp:txXfrm>
        <a:off x="2128564" y="3105568"/>
        <a:ext cx="7092355" cy="817862"/>
      </dsp:txXfrm>
    </dsp:sp>
    <dsp:sp modelId="{C938F466-9594-4955-955F-F3CADACD42E7}">
      <dsp:nvSpPr>
        <dsp:cNvPr id="0" name=""/>
        <dsp:cNvSpPr/>
      </dsp:nvSpPr>
      <dsp:spPr>
        <a:xfrm>
          <a:off x="7847790" y="665385"/>
          <a:ext cx="564689" cy="56468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974845" y="665385"/>
        <a:ext cx="310579" cy="424928"/>
      </dsp:txXfrm>
    </dsp:sp>
    <dsp:sp modelId="{73B7E8D5-0D82-4948-9C65-A18285E96096}">
      <dsp:nvSpPr>
        <dsp:cNvPr id="0" name=""/>
        <dsp:cNvSpPr/>
      </dsp:nvSpPr>
      <dsp:spPr>
        <a:xfrm>
          <a:off x="8552335" y="1692093"/>
          <a:ext cx="564689" cy="56468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679390" y="1692093"/>
        <a:ext cx="310579" cy="424928"/>
      </dsp:txXfrm>
    </dsp:sp>
    <dsp:sp modelId="{272F2C55-E125-4B6C-9324-C022B8AB064F}">
      <dsp:nvSpPr>
        <dsp:cNvPr id="0" name=""/>
        <dsp:cNvSpPr/>
      </dsp:nvSpPr>
      <dsp:spPr>
        <a:xfrm>
          <a:off x="9246365" y="2718801"/>
          <a:ext cx="564689" cy="56468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373420" y="2718801"/>
        <a:ext cx="310579" cy="4249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7C5C7-6B6A-476C-8D1A-66393DC67451}">
      <dsp:nvSpPr>
        <dsp:cNvPr id="0" name=""/>
        <dsp:cNvSpPr/>
      </dsp:nvSpPr>
      <dsp:spPr>
        <a:xfrm>
          <a:off x="0" y="578412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29108" rIns="51742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Foco:</a:t>
          </a:r>
          <a:r>
            <a:rPr lang="pt-BR" sz="1100" kern="1200" dirty="0"/>
            <a:t> Capacidade de investimento no mix de saudáveis.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Pergunta:</a:t>
          </a:r>
          <a:r>
            <a:rPr lang="pt-BR" sz="1100" kern="1200" dirty="0"/>
            <a:t> </a:t>
          </a:r>
          <a:r>
            <a:rPr lang="pt-BR" sz="1100" i="1" kern="1200" dirty="0"/>
            <a:t>"Você já tem verba para novos produtos ou vamos abrir essa categoria na loja?"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Alerta:</a:t>
          </a:r>
          <a:r>
            <a:rPr lang="pt-BR" sz="1100" kern="1200" dirty="0"/>
            <a:t> Foco apenas em "preço baixo" indica dificuldade em vender valor agregado.</a:t>
          </a:r>
          <a:endParaRPr lang="en-US" sz="1100" kern="1200" dirty="0"/>
        </a:p>
      </dsp:txBody>
      <dsp:txXfrm>
        <a:off x="0" y="578412"/>
        <a:ext cx="6666833" cy="831600"/>
      </dsp:txXfrm>
    </dsp:sp>
    <dsp:sp modelId="{3D16B79E-6293-46CE-8E9A-B316B25C41D4}">
      <dsp:nvSpPr>
        <dsp:cNvPr id="0" name=""/>
        <dsp:cNvSpPr/>
      </dsp:nvSpPr>
      <dsp:spPr>
        <a:xfrm>
          <a:off x="333341" y="416052"/>
          <a:ext cx="4666783" cy="324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B - Budget (Orçamento)</a:t>
          </a:r>
          <a:endParaRPr lang="en-US" sz="1100" kern="1200"/>
        </a:p>
      </dsp:txBody>
      <dsp:txXfrm>
        <a:off x="349193" y="431904"/>
        <a:ext cx="4635079" cy="293016"/>
      </dsp:txXfrm>
    </dsp:sp>
    <dsp:sp modelId="{C2BC0ADE-6924-44BE-84EA-9D23F33BA951}">
      <dsp:nvSpPr>
        <dsp:cNvPr id="0" name=""/>
        <dsp:cNvSpPr/>
      </dsp:nvSpPr>
      <dsp:spPr>
        <a:xfrm>
          <a:off x="0" y="1631772"/>
          <a:ext cx="6666833" cy="987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29108" rIns="51742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Foco:</a:t>
          </a:r>
          <a:r>
            <a:rPr lang="pt-BR" sz="1100" kern="1200" dirty="0"/>
            <a:t> Identificar quem dá o "ok" final para o novo SKU.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Pergunta:</a:t>
          </a:r>
          <a:r>
            <a:rPr lang="pt-BR" sz="1100" kern="1200" dirty="0"/>
            <a:t> </a:t>
          </a:r>
          <a:r>
            <a:rPr lang="pt-BR" sz="1100" i="1" kern="1200" dirty="0"/>
            <a:t>"Além de você, mais alguém participa da decisão ou você mesmo já libera o pedido?"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Dica:</a:t>
          </a:r>
          <a:r>
            <a:rPr lang="pt-BR" sz="1100" kern="1200" dirty="0"/>
            <a:t> Se não for o decisor, peça para ser apresentado para "ajudá-lo a vender a ideia".</a:t>
          </a:r>
          <a:endParaRPr lang="en-US" sz="1100" kern="1200" dirty="0"/>
        </a:p>
      </dsp:txBody>
      <dsp:txXfrm>
        <a:off x="0" y="1631772"/>
        <a:ext cx="6666833" cy="987525"/>
      </dsp:txXfrm>
    </dsp:sp>
    <dsp:sp modelId="{1AA123CD-3232-41DB-A1CE-FE69974E0ABE}">
      <dsp:nvSpPr>
        <dsp:cNvPr id="0" name=""/>
        <dsp:cNvSpPr/>
      </dsp:nvSpPr>
      <dsp:spPr>
        <a:xfrm>
          <a:off x="333341" y="1469412"/>
          <a:ext cx="4666783" cy="3247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A - Authority (Autoridade)</a:t>
          </a:r>
          <a:endParaRPr lang="en-US" sz="1100" kern="1200"/>
        </a:p>
      </dsp:txBody>
      <dsp:txXfrm>
        <a:off x="349193" y="1485264"/>
        <a:ext cx="4635079" cy="293016"/>
      </dsp:txXfrm>
    </dsp:sp>
    <dsp:sp modelId="{FA321232-3C1C-4F0B-AD19-445C7153F140}">
      <dsp:nvSpPr>
        <dsp:cNvPr id="0" name=""/>
        <dsp:cNvSpPr/>
      </dsp:nvSpPr>
      <dsp:spPr>
        <a:xfrm>
          <a:off x="0" y="2841057"/>
          <a:ext cx="6666833" cy="987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29108" rIns="51742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Foco:</a:t>
          </a:r>
          <a:r>
            <a:rPr lang="pt-BR" sz="1100" kern="1200" dirty="0"/>
            <a:t> Giro de estoque e perfil de público (Classes A/B).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Pergunta:</a:t>
          </a:r>
          <a:r>
            <a:rPr lang="pt-BR" sz="1100" kern="1200" dirty="0"/>
            <a:t> </a:t>
          </a:r>
          <a:r>
            <a:rPr lang="pt-BR" sz="1100" i="1" kern="1200" dirty="0"/>
            <a:t>"Seus clientes buscam opções naturais? Sente falta de produtos 'Clean </a:t>
          </a:r>
          <a:r>
            <a:rPr lang="pt-BR" sz="1100" i="1" kern="1200" dirty="0" err="1"/>
            <a:t>Label</a:t>
          </a:r>
          <a:r>
            <a:rPr lang="pt-BR" sz="1100" i="1" kern="1200" dirty="0"/>
            <a:t>' na gôndola?"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Alerta:</a:t>
          </a:r>
          <a:r>
            <a:rPr lang="pt-BR" sz="1100" kern="1200" dirty="0"/>
            <a:t> Sem a necessidade real, o produto fica parado na prateleira e não há recompra.</a:t>
          </a:r>
          <a:endParaRPr lang="en-US" sz="1100" kern="1200" dirty="0"/>
        </a:p>
      </dsp:txBody>
      <dsp:txXfrm>
        <a:off x="0" y="2841057"/>
        <a:ext cx="6666833" cy="987525"/>
      </dsp:txXfrm>
    </dsp:sp>
    <dsp:sp modelId="{4646C87A-96C4-4C41-83E8-4C22C20F3EAE}">
      <dsp:nvSpPr>
        <dsp:cNvPr id="0" name=""/>
        <dsp:cNvSpPr/>
      </dsp:nvSpPr>
      <dsp:spPr>
        <a:xfrm>
          <a:off x="333341" y="2678697"/>
          <a:ext cx="4666783" cy="3247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N - Need (Necessidade)</a:t>
          </a:r>
          <a:endParaRPr lang="en-US" sz="1100" kern="1200"/>
        </a:p>
      </dsp:txBody>
      <dsp:txXfrm>
        <a:off x="349193" y="2694549"/>
        <a:ext cx="4635079" cy="293016"/>
      </dsp:txXfrm>
    </dsp:sp>
    <dsp:sp modelId="{53C6C83E-DE6E-4E56-B9A4-EF22023B2830}">
      <dsp:nvSpPr>
        <dsp:cNvPr id="0" name=""/>
        <dsp:cNvSpPr/>
      </dsp:nvSpPr>
      <dsp:spPr>
        <a:xfrm>
          <a:off x="0" y="4050342"/>
          <a:ext cx="6666833" cy="987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29108" rIns="517420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Foco:</a:t>
          </a:r>
          <a:r>
            <a:rPr lang="pt-BR" sz="1100" kern="1200" dirty="0"/>
            <a:t> Urgência para exposição e lucro.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Pergunta:</a:t>
          </a:r>
          <a:r>
            <a:rPr lang="pt-BR" sz="1100" kern="1200" dirty="0"/>
            <a:t> </a:t>
          </a:r>
          <a:r>
            <a:rPr lang="pt-BR" sz="1100" i="1" kern="1200" dirty="0"/>
            <a:t>"Para quando você gostaria de ver esses produtos expostos e gerando lucro na sua prateleira?"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b="1" kern="1200" dirty="0"/>
            <a:t> Ação:</a:t>
          </a:r>
          <a:r>
            <a:rPr lang="pt-BR" sz="1100" kern="1200" dirty="0"/>
            <a:t> Use gatilhos de logística ou campanhas de marketing para acelerar o fechamento.</a:t>
          </a:r>
          <a:endParaRPr lang="en-US" sz="1100" kern="1200" dirty="0"/>
        </a:p>
      </dsp:txBody>
      <dsp:txXfrm>
        <a:off x="0" y="4050342"/>
        <a:ext cx="6666833" cy="987525"/>
      </dsp:txXfrm>
    </dsp:sp>
    <dsp:sp modelId="{5603EDC0-6A1F-471E-80DB-5389714E717E}">
      <dsp:nvSpPr>
        <dsp:cNvPr id="0" name=""/>
        <dsp:cNvSpPr/>
      </dsp:nvSpPr>
      <dsp:spPr>
        <a:xfrm>
          <a:off x="333341" y="3887982"/>
          <a:ext cx="4666783" cy="3247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T - Timeline (Tempo)</a:t>
          </a:r>
          <a:endParaRPr lang="en-US" sz="1100" kern="1200"/>
        </a:p>
      </dsp:txBody>
      <dsp:txXfrm>
        <a:off x="349193" y="3903834"/>
        <a:ext cx="4635079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97B17-FD7E-ED46-8B68-9E77E2236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2AFCDE-6C06-1E85-96EB-59B5C92DC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2AB2D1-1D9D-E7CE-08B1-52843973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3F0240-C6AA-DC07-30B4-4684E3B4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BB9997-5FAF-E28B-6BCE-D115CB64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80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65E03-C462-A335-9AC3-7B7AB428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B440E8-57B9-AA85-931A-28632ACB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18E33D-A55E-4BD7-4965-AAB779AC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97E523-0CA8-5C1C-BA6B-145BE5C6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7025C1-0FD4-D537-07FA-D507AB80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65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21F68-CE91-4813-FBDA-4551EFF63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AAE28E-4FE8-ABE5-7ACA-1710CF98D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251DBF-72A4-2A44-281F-6C8B4D00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D18DF4-BEFA-8487-5A1C-A7C9CD01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128229-2C20-1553-4B37-8998371A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06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E13E4-5322-8BF6-8E41-777CE77B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99214-D8B4-8A18-CB75-F385114B4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4EF18C-3CF3-6637-3F56-EF998503F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038A59-69AE-AAE9-3049-93776256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AADEE1-FE4A-40E2-3A7B-C1740D97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88D585-700A-A048-550E-4D8988F5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31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DFBFB-7119-303E-A2A1-963E34DF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EE2A3A-3ED8-47C9-FC95-72858078A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1A1481-089C-57DA-AF4E-83775C1D5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7CD9EC9-2470-5749-D925-99F26D7AC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BB6BCB-7A7F-FF57-BEA9-A774C5965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D3D5BD-F639-13B7-275A-B42B28AD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8F8C4A-86A6-1505-F7FC-18997618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52E1A2-6473-0905-25B6-6BDDB7F3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3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66D49-110A-09AF-4C8D-E5840EED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CC718E3-156A-EEB0-B9F9-75790F04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EEE792-3D1A-6787-2C10-863DB27F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CF7A98-D63F-D9CF-C57A-FA26201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38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7C56746-D230-67A8-A4E1-DD83CE8F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C1EE745-50D8-351A-98E7-7C982165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12B715-21B8-AAB2-036A-3691E82F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01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46CB2-24A8-2999-001E-0D02A86C9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BA104C-5CC4-F30F-B0E2-068C27AEF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A37BCF-F4A7-46CF-1C80-049692E42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ADECAF-F5B4-1050-C74B-46E2138F7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5FE12C-0A0E-247B-3AFD-41E764D6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25B443-2E27-B693-8A06-B5DAADE1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30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5B898-5914-522D-91C5-9721DD41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BAB1E1-D47E-029B-4FEF-00B855C2F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8F3E1-3D91-2EF7-0B7F-00DCFA3AE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172D63-DF86-C17E-974A-82B198A1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735834-752E-0E24-5399-CBDB7B9E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17C45-2CE5-72C9-2BA7-1627DA53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65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8AEE5-EA14-5442-F313-E8EE0A7B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AE3C51-0094-2731-8E48-CDA979101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3109A5-F9CE-74AD-1E3E-AFAB29F9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28ABE-2275-E08C-791F-E2239701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6195E3-BE97-7977-7446-49A3A004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14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A0C0EA-87B1-90EC-BDF5-9671AF4A7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E4B88C-F262-968D-F5ED-D51A1E0DD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2DA64A-F263-292D-BA43-BDF19851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AFFE76-7056-B249-1DCC-F1AF2909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94D3D-46A1-9F9C-2683-E9728DEB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409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40C777F-9622-1A3E-9629-51088087D7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4"/>
          </a:xfrm>
        </p:spPr>
        <p:txBody>
          <a:bodyPr anchorCtr="1"/>
          <a:lstStyle>
            <a:lvl1pPr marL="0" indent="0" algn="ctr">
              <a:buNone/>
              <a:defRPr sz="2133" cap="all" spc="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B4EBC66-1C6B-D6B2-49AE-E56EE9457B6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36727E-CF11-41F2-901E-E0045459B42A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F4993E-6262-D9DD-CDF4-58D6794BA5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D2EB90-0740-F6C1-B4FD-CB822EE14E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82AF4E-50CE-4E02-9D76-637E1056D562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817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14E34E5-5C47-1951-95AE-BE83D108361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672776-4A8E-08B5-BB52-E70A8FF4F9C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227194-79AB-457F-AF97-7EEEFCF278CA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4E68DE1-D436-B096-2290-5AB9A2CE428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6B84BF-D93B-C9B2-C4A6-74A3280AF5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A85BEC-F3AB-4154-B17A-DC5DE58438A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80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2863CF-17FC-D3F7-255A-92E615EC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97EE-8DFA-51B8-3AB9-F6EB23A6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474D5-0934-1A51-B6C1-BCFD9083D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8A893-49C8-40B4-A820-30EA9545D8A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186EB9-282C-DCAD-BCE8-77B3D7287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77FBDB-4C80-C21A-BB87-E419B3C8A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42F79-1B4F-45C9-A073-C95DE9D77D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56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7458-8202-E53E-3FCE-F50DD33FB0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67000" y="1122362"/>
            <a:ext cx="6858000" cy="22093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rmAutofit/>
          </a:bodyPr>
          <a:lstStyle/>
          <a:p>
            <a:pPr lvl="0" algn="ctr"/>
            <a:r>
              <a:rPr lang="pt-BR" sz="4200" b="1" dirty="0">
                <a:solidFill>
                  <a:srgbClr val="0070C0"/>
                </a:solidFill>
                <a:latin typeface="Neue Haas Grotesk Text Pro"/>
              </a:rPr>
              <a:t>CS &amp; Vendas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C24A1-CF90-76EC-54B1-5B9A4480B5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67000" y="3526247"/>
            <a:ext cx="6858000" cy="499545"/>
          </a:xfrm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pt-BR" sz="1800">
                <a:solidFill>
                  <a:srgbClr val="282828"/>
                </a:solidFill>
              </a:rPr>
              <a:t>João Tadra</a:t>
            </a: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9A1797F5-BF15-52BC-0575-4B2C89943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3" y="169721"/>
            <a:ext cx="2448790" cy="121919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03B57-CCDE-5848-11F7-32FC4C3A69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5400" b="1" dirty="0"/>
              <a:t>Modelos de Negócio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E097AF-84CC-1603-D62E-3376230EF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710247"/>
              </p:ext>
            </p:extLst>
          </p:nvPr>
        </p:nvGraphicFramePr>
        <p:xfrm>
          <a:off x="4654296" y="2706624"/>
          <a:ext cx="6894576" cy="348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95B91A6F-644A-59A3-FFA0-94E8A90EE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46" y="893068"/>
            <a:ext cx="3054868" cy="1520948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24524D6-FC5D-63E0-A7EF-4D8526C18B4C}"/>
              </a:ext>
            </a:extLst>
          </p:cNvPr>
          <p:cNvCxnSpPr/>
          <p:nvPr/>
        </p:nvCxnSpPr>
        <p:spPr>
          <a:xfrm>
            <a:off x="1325880" y="2642616"/>
            <a:ext cx="612648" cy="786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BFF61D7-38D8-7DB8-2738-8552CA59155F}"/>
              </a:ext>
            </a:extLst>
          </p:cNvPr>
          <p:cNvCxnSpPr/>
          <p:nvPr/>
        </p:nvCxnSpPr>
        <p:spPr>
          <a:xfrm>
            <a:off x="1325880" y="2642616"/>
            <a:ext cx="3182112" cy="2167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76B6684C-573E-28B9-F067-83E76FFED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8036-47E2-7AF7-0359-D2E45F58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9396-C37E-3521-42CE-C3B068A62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336" y="82296"/>
            <a:ext cx="6894576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5400" b="1" dirty="0"/>
              <a:t>Nomenclaturas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CA013C-5A0F-7863-8971-D20D6961C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544463"/>
              </p:ext>
            </p:extLst>
          </p:nvPr>
        </p:nvGraphicFramePr>
        <p:xfrm>
          <a:off x="740664" y="2551176"/>
          <a:ext cx="1956816" cy="3639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01F381B-29DB-5E7F-984C-1746F6F51A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826240"/>
              </p:ext>
            </p:extLst>
          </p:nvPr>
        </p:nvGraphicFramePr>
        <p:xfrm>
          <a:off x="5739384" y="2538984"/>
          <a:ext cx="1956816" cy="3639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AB3630AD-437E-931E-F978-5F1A0D82FE6D}"/>
              </a:ext>
            </a:extLst>
          </p:cNvPr>
          <p:cNvSpPr txBox="1">
            <a:spLocks/>
          </p:cNvSpPr>
          <p:nvPr/>
        </p:nvSpPr>
        <p:spPr>
          <a:xfrm>
            <a:off x="2749296" y="2739863"/>
            <a:ext cx="2782824" cy="34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Custo de aquisição de cliente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6AC604E-B835-E33E-BE92-D69680D8C527}"/>
              </a:ext>
            </a:extLst>
          </p:cNvPr>
          <p:cNvSpPr txBox="1">
            <a:spLocks/>
          </p:cNvSpPr>
          <p:nvPr/>
        </p:nvSpPr>
        <p:spPr>
          <a:xfrm>
            <a:off x="2749296" y="4906846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 err="1">
                <a:solidFill>
                  <a:srgbClr val="282828"/>
                </a:solidFill>
              </a:rPr>
              <a:t>Lifetime</a:t>
            </a:r>
            <a:r>
              <a:rPr lang="pt-BR" sz="1600" dirty="0">
                <a:solidFill>
                  <a:srgbClr val="282828"/>
                </a:solidFill>
              </a:rPr>
              <a:t> </a:t>
            </a:r>
            <a:r>
              <a:rPr lang="pt-BR" sz="1600" dirty="0" err="1">
                <a:solidFill>
                  <a:srgbClr val="282828"/>
                </a:solidFill>
              </a:rPr>
              <a:t>Value</a:t>
            </a:r>
            <a:endParaRPr lang="pt-BR" sz="1600" dirty="0">
              <a:solidFill>
                <a:srgbClr val="282828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B997F56-03EA-ED8B-A765-F3B9167F7685}"/>
              </a:ext>
            </a:extLst>
          </p:cNvPr>
          <p:cNvSpPr txBox="1">
            <a:spLocks/>
          </p:cNvSpPr>
          <p:nvPr/>
        </p:nvSpPr>
        <p:spPr>
          <a:xfrm>
            <a:off x="2749296" y="4178374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Taxa de cancelamento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0C6E83A-7743-3AA9-FC93-5652580C56F3}"/>
              </a:ext>
            </a:extLst>
          </p:cNvPr>
          <p:cNvSpPr txBox="1">
            <a:spLocks/>
          </p:cNvSpPr>
          <p:nvPr/>
        </p:nvSpPr>
        <p:spPr>
          <a:xfrm>
            <a:off x="2749296" y="3449902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Software as a Service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B5DB53-0E9A-FD92-E0C8-E45D81D0CD51}"/>
              </a:ext>
            </a:extLst>
          </p:cNvPr>
          <p:cNvSpPr txBox="1">
            <a:spLocks/>
          </p:cNvSpPr>
          <p:nvPr/>
        </p:nvSpPr>
        <p:spPr>
          <a:xfrm>
            <a:off x="2749296" y="5699471"/>
            <a:ext cx="2709672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Monthly </a:t>
            </a:r>
            <a:r>
              <a:rPr lang="pt-BR" sz="1600" dirty="0" err="1">
                <a:solidFill>
                  <a:srgbClr val="282828"/>
                </a:solidFill>
              </a:rPr>
              <a:t>Recurring</a:t>
            </a:r>
            <a:r>
              <a:rPr lang="pt-BR" sz="1600" dirty="0">
                <a:solidFill>
                  <a:srgbClr val="282828"/>
                </a:solidFill>
              </a:rPr>
              <a:t> </a:t>
            </a:r>
            <a:r>
              <a:rPr lang="pt-BR" sz="1600" dirty="0" err="1">
                <a:solidFill>
                  <a:srgbClr val="282828"/>
                </a:solidFill>
              </a:rPr>
              <a:t>Revenue</a:t>
            </a:r>
            <a:endParaRPr lang="pt-BR" sz="1600" dirty="0">
              <a:solidFill>
                <a:srgbClr val="282828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54D3BEB-7BAD-D9EE-6E32-0DD7B40F1338}"/>
              </a:ext>
            </a:extLst>
          </p:cNvPr>
          <p:cNvSpPr txBox="1">
            <a:spLocks/>
          </p:cNvSpPr>
          <p:nvPr/>
        </p:nvSpPr>
        <p:spPr>
          <a:xfrm>
            <a:off x="7821168" y="2739863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Upgrade na venda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E733B9A-ED8A-E4FA-A7FF-F9F3B868E7F2}"/>
              </a:ext>
            </a:extLst>
          </p:cNvPr>
          <p:cNvSpPr txBox="1">
            <a:spLocks/>
          </p:cNvSpPr>
          <p:nvPr/>
        </p:nvSpPr>
        <p:spPr>
          <a:xfrm>
            <a:off x="7821168" y="4906846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Potencial cliente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5489C1C-27A5-D279-8651-F07263528026}"/>
              </a:ext>
            </a:extLst>
          </p:cNvPr>
          <p:cNvSpPr txBox="1">
            <a:spLocks/>
          </p:cNvSpPr>
          <p:nvPr/>
        </p:nvSpPr>
        <p:spPr>
          <a:xfrm>
            <a:off x="7821168" y="4178374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Ideal </a:t>
            </a:r>
            <a:r>
              <a:rPr lang="pt-BR" sz="1600" dirty="0" err="1">
                <a:solidFill>
                  <a:srgbClr val="282828"/>
                </a:solidFill>
              </a:rPr>
              <a:t>Customer</a:t>
            </a:r>
            <a:r>
              <a:rPr lang="pt-BR" sz="1600" dirty="0">
                <a:solidFill>
                  <a:srgbClr val="282828"/>
                </a:solidFill>
              </a:rPr>
              <a:t> Profile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3919887-EA58-0A13-8FC1-B87FCD6E7262}"/>
              </a:ext>
            </a:extLst>
          </p:cNvPr>
          <p:cNvSpPr txBox="1">
            <a:spLocks/>
          </p:cNvSpPr>
          <p:nvPr/>
        </p:nvSpPr>
        <p:spPr>
          <a:xfrm>
            <a:off x="7821168" y="3449902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600" dirty="0">
                <a:solidFill>
                  <a:srgbClr val="282828"/>
                </a:solidFill>
              </a:rPr>
              <a:t>Venda cruzada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5101296-EC29-E5F1-0674-7BF129F2A399}"/>
              </a:ext>
            </a:extLst>
          </p:cNvPr>
          <p:cNvSpPr txBox="1">
            <a:spLocks/>
          </p:cNvSpPr>
          <p:nvPr/>
        </p:nvSpPr>
        <p:spPr>
          <a:xfrm>
            <a:off x="7821168" y="5699471"/>
            <a:ext cx="2554224" cy="3416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BR" sz="1700" dirty="0">
                <a:solidFill>
                  <a:srgbClr val="282828"/>
                </a:solidFill>
              </a:rPr>
              <a:t>Acompanhamento</a:t>
            </a:r>
            <a:endParaRPr lang="pt-BR" sz="1800" dirty="0">
              <a:solidFill>
                <a:srgbClr val="282828"/>
              </a:solidFill>
            </a:endParaRPr>
          </a:p>
        </p:txBody>
      </p:sp>
      <p:pic>
        <p:nvPicPr>
          <p:cNvPr id="20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D11A0935-2EF6-F1B2-DF7E-F9FA5A3299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8180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AA2A7-920A-2055-A970-4F1626635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anchor="ctr" anchorCtr="0" compatLnSpc="1">
            <a:normAutofit/>
          </a:bodyPr>
          <a:lstStyle/>
          <a:p>
            <a:pPr lvl="0"/>
            <a:r>
              <a:rPr lang="pt-BR" sz="5400" b="1" dirty="0"/>
              <a:t>CS Começa na Venda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EA625-60A8-725E-8519-F5DE7FC75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60786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FEFD09EA-E245-6DF8-5ED3-CA582280C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C9C9D-A15D-4A4B-A8D8-5EF03505CE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anchorCtr="0" compatLnSpc="1">
            <a:normAutofit/>
          </a:bodyPr>
          <a:lstStyle/>
          <a:p>
            <a:pPr lvl="0"/>
            <a:r>
              <a:rPr lang="pt-BR" sz="5400" b="1" dirty="0"/>
              <a:t>Na nossa realidade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51283-8059-9829-5F0E-90DF537D862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 fontScale="92500" lnSpcReduction="20000"/>
          </a:bodyPr>
          <a:lstStyle/>
          <a:p>
            <a:pPr lvl="0"/>
            <a:endParaRPr lang="pt-BR" sz="2200" dirty="0"/>
          </a:p>
          <a:p>
            <a:pPr lvl="0"/>
            <a:r>
              <a:rPr lang="pt-BR" sz="2200" i="1" dirty="0"/>
              <a:t>Quem vende e esquece o cliente, está construindo </a:t>
            </a:r>
            <a:r>
              <a:rPr lang="pt-BR" sz="2200" i="1" dirty="0" err="1"/>
              <a:t>churn</a:t>
            </a:r>
            <a:r>
              <a:rPr lang="pt-BR" sz="2200" i="1" dirty="0"/>
              <a:t>.</a:t>
            </a:r>
          </a:p>
          <a:p>
            <a:pPr marL="0" lvl="0" indent="0">
              <a:buNone/>
            </a:pPr>
            <a:endParaRPr lang="pt-BR" sz="2200" dirty="0"/>
          </a:p>
          <a:p>
            <a:pPr lvl="0"/>
            <a:r>
              <a:rPr lang="pt-BR" sz="2000" dirty="0"/>
              <a:t>O que dá pra fazer depois da confirmação do pedido?</a:t>
            </a:r>
          </a:p>
          <a:p>
            <a:pPr marL="0" lvl="0" indent="0">
              <a:buNone/>
            </a:pPr>
            <a:endParaRPr lang="pt-BR" sz="2000" dirty="0"/>
          </a:p>
          <a:p>
            <a:pPr lvl="1">
              <a:lnSpc>
                <a:spcPct val="150000"/>
              </a:lnSpc>
            </a:pPr>
            <a:r>
              <a:rPr lang="pt-BR" sz="2000" dirty="0"/>
              <a:t>Enviar mensagem informando que foi faturado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Enviar os boletos para facilitar para o cliente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Enviar o link de rastreio para o cliente acompanhar a entrega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Depois de um tempo validar se os produtos chegaram e estava tudo certo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Manter de fato o relacionamento ativo e saudável com todos os clientes</a:t>
            </a:r>
          </a:p>
          <a:p>
            <a:pPr lvl="0"/>
            <a:endParaRPr lang="pt-BR" sz="2200" dirty="0"/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72C97D44-5289-AA97-75C5-4C904BDF4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35722-49BE-8DE6-740A-9FCD09FF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C9F7D-2F27-2021-E3FE-65B16D6E3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5400"/>
              <a:t>O que é CS para o Inside Sales B2B</a:t>
            </a:r>
            <a:endParaRPr lang="pt-BR" sz="5400" b="1"/>
          </a:p>
        </p:txBody>
      </p:sp>
      <p:pic>
        <p:nvPicPr>
          <p:cNvPr id="5" name="Picture 4" descr="Caixas com tamanho diferente">
            <a:extLst>
              <a:ext uri="{FF2B5EF4-FFF2-40B4-BE49-F238E27FC236}">
                <a16:creationId xmlns:a16="http://schemas.microsoft.com/office/drawing/2014/main" id="{2DD50334-A833-D82C-33B5-271AC4A6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92" r="3241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C27A0-ED97-F48C-F7EA-4FCE3C1CE44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t-BR" sz="2200" dirty="0"/>
              <a:t>Para o pequeno e médio varejista, o sucesso não é "comprar 50 caixas". O sucesso é </a:t>
            </a:r>
            <a:r>
              <a:rPr lang="pt-BR" sz="2200" b="1" dirty="0"/>
              <a:t>vender as 50 caixas rápido</a:t>
            </a:r>
            <a:r>
              <a:rPr lang="pt-BR" sz="2200" dirty="0"/>
              <a:t>.</a:t>
            </a:r>
          </a:p>
          <a:p>
            <a:r>
              <a:rPr lang="pt-BR" sz="2200" b="1" dirty="0"/>
              <a:t>Fórmula B2B2C:</a:t>
            </a:r>
            <a:r>
              <a:rPr lang="pt-BR" sz="2200" dirty="0"/>
              <a:t> sucesso do lojista = margem de lucro + giro de estoque - esforço de venda.</a:t>
            </a:r>
          </a:p>
          <a:p>
            <a:r>
              <a:rPr lang="pt-BR" sz="2200" dirty="0"/>
              <a:t>Você não é um tirador de pedidos, você é um </a:t>
            </a:r>
            <a:r>
              <a:rPr lang="pt-BR" sz="2200" b="1" dirty="0"/>
              <a:t>consultor de vendas especialista em Papapá.</a:t>
            </a:r>
            <a:endParaRPr lang="pt-BR" sz="2200" dirty="0"/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DB19C2E-B7D4-001C-C72D-019B6FA4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72332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4864B-CE96-F678-1675-8BFAC3FC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8C1F1-E0CE-ED9C-223B-7AFC125C6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4200"/>
              <a:t>Venda Consultiva: O "Sell-in" a serviço do "Sell-out"</a:t>
            </a:r>
            <a:endParaRPr lang="pt-BR" sz="4200" b="1"/>
          </a:p>
        </p:txBody>
      </p:sp>
      <p:pic>
        <p:nvPicPr>
          <p:cNvPr id="5" name="Picture 4" descr="Filas de carrinhos de compras">
            <a:extLst>
              <a:ext uri="{FF2B5EF4-FFF2-40B4-BE49-F238E27FC236}">
                <a16:creationId xmlns:a16="http://schemas.microsoft.com/office/drawing/2014/main" id="{F5605D89-CE93-2EAF-755F-91C2068A7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28" r="20983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38784-C7CB-BC0C-1046-55CA646E43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t-BR" sz="2000" dirty="0"/>
              <a:t>O erro clássico do </a:t>
            </a:r>
            <a:r>
              <a:rPr lang="pt-BR" sz="2000" dirty="0" err="1"/>
              <a:t>Inside</a:t>
            </a:r>
            <a:r>
              <a:rPr lang="pt-BR" sz="2000" dirty="0"/>
              <a:t> Sales é focar apenas no </a:t>
            </a:r>
            <a:r>
              <a:rPr lang="pt-BR" sz="2000" b="1" dirty="0"/>
              <a:t>Sell-in</a:t>
            </a:r>
            <a:r>
              <a:rPr lang="pt-BR" sz="2000" dirty="0"/>
              <a:t> (colocar o produto para dentro da loja). O foco em CS exige focar no </a:t>
            </a:r>
            <a:r>
              <a:rPr lang="pt-BR" sz="2000" b="1" dirty="0"/>
              <a:t>Sell-out</a:t>
            </a:r>
            <a:r>
              <a:rPr lang="pt-BR" sz="2000" dirty="0"/>
              <a:t> (ajudar o lojista a vender para o consumidor final).</a:t>
            </a:r>
          </a:p>
          <a:p>
            <a:r>
              <a:rPr lang="pt-BR" sz="2000" b="1" dirty="0"/>
              <a:t>Ação:</a:t>
            </a:r>
            <a:r>
              <a:rPr lang="pt-BR" sz="2000" dirty="0"/>
              <a:t> no momento da venda, explique quais sabores saem mais e apresente novas linhas de produtos que o cliente ainda não compra.</a:t>
            </a:r>
          </a:p>
          <a:p>
            <a:r>
              <a:rPr lang="pt-BR" sz="2000" b="1" dirty="0"/>
              <a:t>Resultado:</a:t>
            </a:r>
            <a:r>
              <a:rPr lang="pt-BR" sz="2000" dirty="0"/>
              <a:t> o lojista confia em você, vê o dinheiro voltar rápido e a recompra vira automática.</a:t>
            </a:r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C67317C0-4983-186D-E0EF-6AA94600A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95098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D500E-EF14-BA69-D400-1D3A0A4D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FA013-D222-7FB5-76DB-F70C06D37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anchor="ctr" anchorCtr="0" compatLnSpc="1">
            <a:normAutofit/>
          </a:bodyPr>
          <a:lstStyle/>
          <a:p>
            <a:pPr lvl="0"/>
            <a:r>
              <a:rPr lang="pt-BR" sz="5400"/>
              <a:t>O Pós-Venda como Motor de Recompra</a:t>
            </a:r>
            <a:endParaRPr lang="pt-BR" sz="5400" b="1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C7554A-A48E-95F8-1127-D17886A10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65860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84B69FF7-304E-3277-891E-DA91CF060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8222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30F7D-0B42-6450-3907-69371C16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AD74C-6126-8565-115E-88D97B237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anchorCtr="0" compatLnSpc="1">
            <a:normAutofit/>
          </a:bodyPr>
          <a:lstStyle/>
          <a:p>
            <a:pPr lvl="0"/>
            <a:r>
              <a:rPr lang="pt-BR" sz="5400"/>
              <a:t>Onboarding de Novos PDVs</a:t>
            </a:r>
            <a:endParaRPr lang="pt-BR" sz="5400" b="1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F883B-3069-ADA1-A9CB-1B5C2797A12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t-BR" sz="2200" dirty="0"/>
              <a:t>Os primeiros 30 dias de um novo lojista são críticos. Se ele não vender nada na primeira semana, ele desanima.</a:t>
            </a:r>
          </a:p>
          <a:p>
            <a:r>
              <a:rPr lang="pt-BR" sz="2200" b="1" dirty="0"/>
              <a:t>Treinamento Relâmpago:</a:t>
            </a:r>
            <a:r>
              <a:rPr lang="pt-BR" sz="2200" dirty="0"/>
              <a:t> no fechamento, faça um "</a:t>
            </a:r>
            <a:r>
              <a:rPr lang="pt-BR" sz="2200" dirty="0" err="1"/>
              <a:t>onboarding</a:t>
            </a:r>
            <a:r>
              <a:rPr lang="pt-BR" sz="2200" dirty="0"/>
              <a:t>" de 2 minutos: </a:t>
            </a:r>
            <a:r>
              <a:rPr lang="pt-BR" sz="2200" i="1" dirty="0"/>
              <a:t>"Dono de Loja, coloque os produto na altura dos olhos ou perto do checkout (caixa). É venda por impulso."</a:t>
            </a:r>
            <a:endParaRPr lang="pt-BR" sz="2200" dirty="0"/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FD15AC94-56B2-EA2D-CF42-023BF50E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4406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4C682-ABA2-0D17-0FD6-A0DDAB51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C931-0BF1-4F7D-4099-FA5A74947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5400" dirty="0"/>
              <a:t>Métricas de êxito para o vendedor B2B</a:t>
            </a:r>
            <a:endParaRPr lang="pt-BR" sz="5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31607-A048-8940-8E6F-373ABF599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21" r="4187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B1C2-2BB0-7FDD-8043-96A7D575CE7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t-BR" sz="2200" dirty="0"/>
              <a:t>O time de </a:t>
            </a:r>
            <a:r>
              <a:rPr lang="pt-BR" sz="2200" dirty="0" err="1"/>
              <a:t>Inside</a:t>
            </a:r>
            <a:r>
              <a:rPr lang="pt-BR" sz="2200" dirty="0"/>
              <a:t> Sales deve ser medido por:</a:t>
            </a:r>
          </a:p>
          <a:p>
            <a:r>
              <a:rPr lang="pt-BR" sz="2200" b="1" dirty="0"/>
              <a:t>Taxa de Recompra (</a:t>
            </a:r>
            <a:r>
              <a:rPr lang="pt-BR" sz="2200" b="1" dirty="0" err="1"/>
              <a:t>Retention</a:t>
            </a:r>
            <a:r>
              <a:rPr lang="pt-BR" sz="2200" b="1" dirty="0"/>
              <a:t> Rate):</a:t>
            </a:r>
            <a:r>
              <a:rPr lang="pt-BR" sz="2200" dirty="0"/>
              <a:t> quantos lojistas da base compram todo mês?</a:t>
            </a:r>
          </a:p>
          <a:p>
            <a:r>
              <a:rPr lang="pt-BR" sz="2200" b="1" dirty="0"/>
              <a:t>Positividade da Base:</a:t>
            </a:r>
            <a:r>
              <a:rPr lang="pt-BR" sz="2200" dirty="0"/>
              <a:t> qual % da carteira está ativa?</a:t>
            </a:r>
          </a:p>
          <a:p>
            <a:r>
              <a:rPr lang="pt-BR" sz="2200" b="1" dirty="0"/>
              <a:t>Mix de Produtos:</a:t>
            </a:r>
            <a:r>
              <a:rPr lang="pt-BR" sz="2200" dirty="0"/>
              <a:t> o lojista só compra um sabor ou está explorando a linha toda?</a:t>
            </a:r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5DA75646-7C6A-A36F-4693-CC06DC0A6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991376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8A1D1-C3AA-655E-9DAE-C158F831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74070-B99C-4E9F-C1D0-3F43EA7F6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4600" dirty="0"/>
              <a:t>Cultura: nós crescemos se o lojista crescer</a:t>
            </a:r>
            <a:endParaRPr lang="pt-BR" sz="4600" b="1" dirty="0"/>
          </a:p>
        </p:txBody>
      </p:sp>
      <p:pic>
        <p:nvPicPr>
          <p:cNvPr id="5" name="Picture 4" descr="Carrinho de compras com caixas">
            <a:extLst>
              <a:ext uri="{FF2B5EF4-FFF2-40B4-BE49-F238E27FC236}">
                <a16:creationId xmlns:a16="http://schemas.microsoft.com/office/drawing/2014/main" id="{BE0C25EB-9AAC-E7AC-6DAA-501A6E321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18" r="1615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A526-02F5-A1B5-A14A-6F089386328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t-BR" sz="2200" dirty="0"/>
              <a:t>Se o </a:t>
            </a:r>
            <a:r>
              <a:rPr lang="pt-BR" sz="2200" dirty="0" err="1"/>
              <a:t>Inside</a:t>
            </a:r>
            <a:r>
              <a:rPr lang="pt-BR" sz="2200" dirty="0"/>
              <a:t> Sales B2B "empurra" estoque demais em um pequeno comércio, ele sufoca o caixa do cliente e mata a conta.</a:t>
            </a:r>
          </a:p>
          <a:p>
            <a:r>
              <a:rPr lang="pt-BR" sz="2200" b="1" dirty="0"/>
              <a:t>Promessa mal feita:</a:t>
            </a:r>
            <a:r>
              <a:rPr lang="pt-BR" sz="2200" dirty="0"/>
              <a:t> "Pode comprar que vende sozinho".</a:t>
            </a:r>
          </a:p>
          <a:p>
            <a:r>
              <a:rPr lang="pt-BR" sz="2200" b="1" dirty="0"/>
              <a:t>Realidade CS:</a:t>
            </a:r>
            <a:r>
              <a:rPr lang="pt-BR" sz="2200" dirty="0"/>
              <a:t> "Este kit inicial é ideal para o seu tamanho de loja; vamos monitorar o giro e em 15 dias ajustamos o próximo pedido."</a:t>
            </a:r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C1D2BE79-E4A3-9A0C-EEB8-73BBCD8D2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08824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20911-495D-691F-CD95-24E163F2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47DB8-BF42-D590-7FA7-01105B9FD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5400" dirty="0"/>
              <a:t>Exercício prático: o lojista com estoque</a:t>
            </a:r>
            <a:endParaRPr lang="pt-BR" sz="5400" b="1" dirty="0"/>
          </a:p>
        </p:txBody>
      </p:sp>
      <p:pic>
        <p:nvPicPr>
          <p:cNvPr id="13" name="Picture 4" descr="Tela de fundo abstrata e desfocada de loja de departamento">
            <a:extLst>
              <a:ext uri="{FF2B5EF4-FFF2-40B4-BE49-F238E27FC236}">
                <a16:creationId xmlns:a16="http://schemas.microsoft.com/office/drawing/2014/main" id="{D9B92471-B150-8306-DC51-E3543ECF8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78" r="3329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5F258-EF91-661F-E62E-3DBD772D5D0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t-BR" sz="2000" b="1" dirty="0"/>
              <a:t>Cenário:</a:t>
            </a:r>
            <a:r>
              <a:rPr lang="pt-BR" sz="2000" dirty="0"/>
              <a:t> um pequeno lojista diz que ainda tem produto e não quer repor.</a:t>
            </a:r>
          </a:p>
          <a:p>
            <a:r>
              <a:rPr lang="pt-BR" sz="2000" b="1" dirty="0"/>
              <a:t>Abordagem vendedor comum:</a:t>
            </a:r>
            <a:r>
              <a:rPr lang="pt-BR" sz="2000" dirty="0"/>
              <a:t> “Poxa, mas tem uma promoção essa semana, não quer aproveitar?" (foca no preço).</a:t>
            </a:r>
          </a:p>
          <a:p>
            <a:r>
              <a:rPr lang="pt-BR" sz="2000" b="1" dirty="0"/>
              <a:t>Abordagem </a:t>
            </a:r>
            <a:r>
              <a:rPr lang="pt-BR" sz="2000" b="1" dirty="0" err="1"/>
              <a:t>Inside</a:t>
            </a:r>
            <a:r>
              <a:rPr lang="pt-BR" sz="2000" b="1" dirty="0"/>
              <a:t> Sales CS:</a:t>
            </a:r>
            <a:r>
              <a:rPr lang="pt-BR" sz="2000" dirty="0"/>
              <a:t> “Entendi. Quais sabores ainda estão aí? O de maçã parou? Vamos tentar mudar ele de prateleira ou colocar perto das fraldas? Se a gente fizer esse movimento e girar, na semana que vem repomos só o que está faltando. O que acha?" (foca no sucesso do parceiro).</a:t>
            </a:r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B3CEF130-32D3-BC5F-AF61-8EA05536F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98827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8E11A-C80C-EC59-C263-D28B24959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Ctr="0" compatLnSpc="1">
            <a:normAutofit/>
          </a:bodyPr>
          <a:lstStyle/>
          <a:p>
            <a:pPr lvl="0"/>
            <a:r>
              <a:rPr lang="pt-BR" sz="5400" b="1" dirty="0"/>
              <a:t>Atendimento que gera venda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1D840A-526E-86B4-FA8A-643934B3B0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65600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1B67BE9-D36E-AA7D-0DA2-DB65081C4A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6B6D5-3456-3AA5-3B40-5E99523DBD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Ctr="0" compatLnSpc="1">
            <a:normAutofit/>
          </a:bodyPr>
          <a:lstStyle/>
          <a:p>
            <a:pPr lvl="0"/>
            <a:r>
              <a:rPr lang="pt-BR" sz="5400" b="1"/>
              <a:t>Jornada do Cliente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6CDC5081-E2C0-A0A2-92CA-6C55E27E69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33316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2CC169AE-2437-DE62-0406-DA1D8D63F1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141AE-50E6-A9E2-16FA-57E9B1BA1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Ctr="0" compatLnSpc="1">
            <a:normAutofit/>
          </a:bodyPr>
          <a:lstStyle/>
          <a:p>
            <a:pPr lvl="0"/>
            <a:r>
              <a:rPr lang="pt-BR" sz="5400" b="1"/>
              <a:t>Métricas que Importam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C26942-A145-F915-F8A0-7A6A6B5F7B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176961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03903BDB-F43B-60F3-B6B3-393AD4CD2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64776-0E0E-037C-FDA9-D5A2BADC1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  <a:prstGeom prst="rect">
            <a:avLst/>
          </a:prstGeom>
        </p:spPr>
        <p:txBody>
          <a:bodyPr vert="horz" lIns="91440" tIns="45720" rIns="91440" bIns="45720" anchor="b" anchorCtr="0" compatLnSpc="1">
            <a:normAutofit/>
          </a:bodyPr>
          <a:lstStyle/>
          <a:p>
            <a:pPr lvl="0"/>
            <a:r>
              <a:rPr lang="pt-BR" sz="5400" b="1" dirty="0"/>
              <a:t>SPIN </a:t>
            </a:r>
            <a:r>
              <a:rPr lang="pt-BR" sz="5400" b="1" dirty="0" err="1"/>
              <a:t>Selling</a:t>
            </a:r>
            <a:endParaRPr lang="pt-BR" sz="5400" b="1" dirty="0"/>
          </a:p>
        </p:txBody>
      </p:sp>
      <p:pic>
        <p:nvPicPr>
          <p:cNvPr id="5" name="Picture 4" descr="Lupa mostrando declínio de desempenho">
            <a:extLst>
              <a:ext uri="{FF2B5EF4-FFF2-40B4-BE49-F238E27FC236}">
                <a16:creationId xmlns:a16="http://schemas.microsoft.com/office/drawing/2014/main" id="{49382BB2-A95E-5C6C-DC8A-6C869790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18" r="36838" b="-2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BB1AF-B3FA-27E7-E430-4857C7496D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lvl="0"/>
            <a:r>
              <a:rPr lang="pt-BR" sz="2200"/>
              <a:t>Situação: entender o contexto</a:t>
            </a:r>
          </a:p>
          <a:p>
            <a:pPr lvl="0"/>
            <a:r>
              <a:rPr lang="pt-BR" sz="2200"/>
              <a:t>Problema: identificar dores reais</a:t>
            </a:r>
          </a:p>
          <a:p>
            <a:pPr lvl="0"/>
            <a:r>
              <a:rPr lang="pt-BR" sz="2200"/>
              <a:t>Implicação: ampliar impacto do problema</a:t>
            </a:r>
          </a:p>
          <a:p>
            <a:pPr lvl="0"/>
            <a:r>
              <a:rPr lang="pt-BR" sz="2200"/>
              <a:t>Necessidade: conectar solução ao valor</a:t>
            </a:r>
          </a:p>
        </p:txBody>
      </p:sp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6A903659-C11D-233B-0A53-50EFD9829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A960A-203A-0915-EC0C-C9EBDECB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EA5690-E72E-4B2E-7A93-5832ACD3E110}"/>
              </a:ext>
            </a:extLst>
          </p:cNvPr>
          <p:cNvSpPr txBox="1"/>
          <p:nvPr/>
        </p:nvSpPr>
        <p:spPr>
          <a:xfrm>
            <a:off x="841248" y="256032"/>
            <a:ext cx="10506456" cy="1014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SPIN Selling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</a:t>
            </a:r>
            <a:r>
              <a:rPr lang="en-US" sz="4400" dirty="0" err="1">
                <a:latin typeface="+mj-lt"/>
                <a:ea typeface="+mj-ea"/>
                <a:cs typeface="+mj-cs"/>
              </a:rPr>
              <a:t>ática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Espaço Reservado para Conteúdo 1">
            <a:extLst>
              <a:ext uri="{FF2B5EF4-FFF2-40B4-BE49-F238E27FC236}">
                <a16:creationId xmlns:a16="http://schemas.microsoft.com/office/drawing/2014/main" id="{068B1D8A-1564-0832-BD71-95198197E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88563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0C8D3BA-D9B5-2FCF-ACEB-7BF0B69854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572569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64F259-6E04-CC68-50D3-FC65299C3146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RAPPORT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Espaço Reservado para Conteúdo 1">
            <a:extLst>
              <a:ext uri="{FF2B5EF4-FFF2-40B4-BE49-F238E27FC236}">
                <a16:creationId xmlns:a16="http://schemas.microsoft.com/office/drawing/2014/main" id="{2F933961-CA32-75E9-3406-FDA774D481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92291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AC394FFF-C786-C83F-CC14-2DB3643874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64482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E4394-5C28-FD9F-7A13-9D300251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6E9A0F-6B96-EB5D-A215-5EFD349F2010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BANT</a:t>
            </a:r>
          </a:p>
        </p:txBody>
      </p:sp>
      <p:graphicFrame>
        <p:nvGraphicFramePr>
          <p:cNvPr id="12" name="Espaço Reservado para Conteúdo 1">
            <a:extLst>
              <a:ext uri="{FF2B5EF4-FFF2-40B4-BE49-F238E27FC236}">
                <a16:creationId xmlns:a16="http://schemas.microsoft.com/office/drawing/2014/main" id="{522C4F65-481F-B4B5-3B2D-C24D0D190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63164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6580F55C-B711-6D45-8E1C-6A09A1A57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570" y="6259782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966230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9896</TotalTime>
  <Words>1261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Neue Haas Grotesk Text Pro</vt:lpstr>
      <vt:lpstr>Tema do Office</vt:lpstr>
      <vt:lpstr>CS &amp; Vendas</vt:lpstr>
      <vt:lpstr>Modelos de Negócio</vt:lpstr>
      <vt:lpstr>Nomenclaturas</vt:lpstr>
      <vt:lpstr>CS Começa na Venda</vt:lpstr>
      <vt:lpstr>Na nossa realidade</vt:lpstr>
      <vt:lpstr>O que é CS para o Inside Sales B2B</vt:lpstr>
      <vt:lpstr>Venda Consultiva: O "Sell-in" a serviço do "Sell-out"</vt:lpstr>
      <vt:lpstr>O Pós-Venda como Motor de Recompra</vt:lpstr>
      <vt:lpstr>Onboarding de Novos PDVs</vt:lpstr>
      <vt:lpstr>Métricas de êxito para o vendedor B2B</vt:lpstr>
      <vt:lpstr>Cultura: nós crescemos se o lojista crescer</vt:lpstr>
      <vt:lpstr>Exercício prático: o lojista com estoque</vt:lpstr>
      <vt:lpstr>Atendimento que gera venda</vt:lpstr>
      <vt:lpstr>Jornada do Cliente</vt:lpstr>
      <vt:lpstr>Métricas que Importam</vt:lpstr>
      <vt:lpstr>SPIN Selling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Vitor Tadra</dc:creator>
  <cp:lastModifiedBy>João Vitor Tadra</cp:lastModifiedBy>
  <cp:revision>11</cp:revision>
  <dcterms:created xsi:type="dcterms:W3CDTF">2026-04-07T16:56:04Z</dcterms:created>
  <dcterms:modified xsi:type="dcterms:W3CDTF">2026-04-14T13:52:28Z</dcterms:modified>
</cp:coreProperties>
</file>